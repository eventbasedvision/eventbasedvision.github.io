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3"/>
  </p:notesMasterIdLst>
  <p:sldIdLst>
    <p:sldId id="263" r:id="rId2"/>
  </p:sldIdLst>
  <p:sldSz cx="9144000" cy="5715000" type="screen16x1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80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A50021"/>
    <a:srgbClr val="3333FF"/>
    <a:srgbClr val="077583"/>
    <a:srgbClr val="6295CA"/>
    <a:srgbClr val="0F75BC"/>
    <a:srgbClr val="0097A7"/>
    <a:srgbClr val="B3CE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1308" y="444"/>
      </p:cViewPr>
      <p:guideLst>
        <p:guide orient="horz" pos="180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72279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827305"/>
            <a:ext cx="8520600" cy="228066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149028"/>
            <a:ext cx="8520600" cy="8806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5181352"/>
            <a:ext cx="548700" cy="43733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389834"/>
            <a:ext cx="8520600" cy="93533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5181352"/>
            <a:ext cx="548700" cy="43733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94472"/>
            <a:ext cx="8520600" cy="6363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280528"/>
            <a:ext cx="3999900" cy="379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280528"/>
            <a:ext cx="3999900" cy="379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5181352"/>
            <a:ext cx="548700" cy="43733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94472"/>
            <a:ext cx="8520600" cy="6363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5181352"/>
            <a:ext cx="548700" cy="43733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617333"/>
            <a:ext cx="2808000" cy="83966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544000"/>
            <a:ext cx="2808000" cy="35326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5181352"/>
            <a:ext cx="548700" cy="43733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500167"/>
            <a:ext cx="6367800" cy="454533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5181352"/>
            <a:ext cx="548700" cy="43733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39"/>
            <a:ext cx="4572000" cy="5715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370194"/>
            <a:ext cx="4045200" cy="164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3114528"/>
            <a:ext cx="4045200" cy="13723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804528"/>
            <a:ext cx="3837000" cy="41056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5181352"/>
            <a:ext cx="548700" cy="43733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700639"/>
            <a:ext cx="5998800" cy="67233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5181352"/>
            <a:ext cx="548700" cy="43733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229028"/>
            <a:ext cx="8520600" cy="218166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502472"/>
            <a:ext cx="8520600" cy="14453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5181352"/>
            <a:ext cx="548700" cy="43733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5181352"/>
            <a:ext cx="548700" cy="43733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94472"/>
            <a:ext cx="8520600" cy="636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80528"/>
            <a:ext cx="8520600" cy="3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5181352"/>
            <a:ext cx="548700" cy="437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E5B5266-A3C5-6D63-1E0F-1C19AFE4D09A}"/>
              </a:ext>
            </a:extLst>
          </p:cNvPr>
          <p:cNvGrpSpPr/>
          <p:nvPr/>
        </p:nvGrpSpPr>
        <p:grpSpPr>
          <a:xfrm>
            <a:off x="959756" y="199462"/>
            <a:ext cx="7701969" cy="5229789"/>
            <a:chOff x="959755" y="-86289"/>
            <a:chExt cx="7701969" cy="5229789"/>
          </a:xfr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grpSpPr>
        <p:pic>
          <p:nvPicPr>
            <p:cNvPr id="5" name="Picture 4" descr="A cityscape with mountains in the background&#10;&#10;Description automatically generated">
              <a:extLst>
                <a:ext uri="{FF2B5EF4-FFF2-40B4-BE49-F238E27FC236}">
                  <a16:creationId xmlns:a16="http://schemas.microsoft.com/office/drawing/2014/main" id="{2D283CCF-02E6-CCD7-190A-FCFA796D0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5000"/>
            </a:blip>
            <a:stretch>
              <a:fillRect/>
            </a:stretch>
          </p:blipFill>
          <p:spPr>
            <a:xfrm>
              <a:off x="1258474" y="244881"/>
              <a:ext cx="7123525" cy="4519627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D518944E-F96C-7D64-B619-793520FE79BC}"/>
                </a:ext>
              </a:extLst>
            </p:cNvPr>
            <p:cNvGrpSpPr/>
            <p:nvPr/>
          </p:nvGrpSpPr>
          <p:grpSpPr>
            <a:xfrm>
              <a:off x="959755" y="-86289"/>
              <a:ext cx="7701969" cy="5229789"/>
              <a:chOff x="959755" y="-86289"/>
              <a:chExt cx="7701969" cy="5229789"/>
            </a:xfrm>
          </p:grpSpPr>
          <p:sp>
            <p:nvSpPr>
              <p:cNvPr id="19" name="Google Shape;55;p13">
                <a:extLst>
                  <a:ext uri="{FF2B5EF4-FFF2-40B4-BE49-F238E27FC236}">
                    <a16:creationId xmlns:a16="http://schemas.microsoft.com/office/drawing/2014/main" id="{68FD8F27-8B82-B92E-2929-B355A013F350}"/>
                  </a:ext>
                </a:extLst>
              </p:cNvPr>
              <p:cNvSpPr txBox="1"/>
              <p:nvPr/>
            </p:nvSpPr>
            <p:spPr>
              <a:xfrm>
                <a:off x="1416280" y="4507260"/>
                <a:ext cx="6767965" cy="48610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algn="ctr">
                  <a:lnSpc>
                    <a:spcPct val="150000"/>
                  </a:lnSpc>
                </a:pPr>
                <a:endParaRPr sz="1600" b="1">
                  <a:solidFill>
                    <a:schemeClr val="lt2"/>
                  </a:solidFill>
                </a:endParaRPr>
              </a:p>
            </p:txBody>
          </p:sp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81093064-9490-A40D-7DA2-1E946909333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59755" y="-86289"/>
                <a:ext cx="7701969" cy="5212306"/>
              </a:xfrm>
              <a:custGeom>
                <a:avLst/>
                <a:gdLst>
                  <a:gd name="connsiteX0" fmla="*/ 1220884 w 7357475"/>
                  <a:gd name="connsiteY0" fmla="*/ 210805 h 4979170"/>
                  <a:gd name="connsiteX1" fmla="*/ 313611 w 7357475"/>
                  <a:gd name="connsiteY1" fmla="*/ 1118078 h 4979170"/>
                  <a:gd name="connsiteX2" fmla="*/ 313611 w 7357475"/>
                  <a:gd name="connsiteY2" fmla="*/ 3861091 h 4979170"/>
                  <a:gd name="connsiteX3" fmla="*/ 1220884 w 7357475"/>
                  <a:gd name="connsiteY3" fmla="*/ 4768364 h 4979170"/>
                  <a:gd name="connsiteX4" fmla="*/ 6140818 w 7357475"/>
                  <a:gd name="connsiteY4" fmla="*/ 4768364 h 4979170"/>
                  <a:gd name="connsiteX5" fmla="*/ 7048091 w 7357475"/>
                  <a:gd name="connsiteY5" fmla="*/ 3861091 h 4979170"/>
                  <a:gd name="connsiteX6" fmla="*/ 7048091 w 7357475"/>
                  <a:gd name="connsiteY6" fmla="*/ 1118078 h 4979170"/>
                  <a:gd name="connsiteX7" fmla="*/ 6140818 w 7357475"/>
                  <a:gd name="connsiteY7" fmla="*/ 210805 h 4979170"/>
                  <a:gd name="connsiteX8" fmla="*/ 1054887 w 7357475"/>
                  <a:gd name="connsiteY8" fmla="*/ 0 h 4979170"/>
                  <a:gd name="connsiteX9" fmla="*/ 6302588 w 7357475"/>
                  <a:gd name="connsiteY9" fmla="*/ 0 h 4979170"/>
                  <a:gd name="connsiteX10" fmla="*/ 7357475 w 7357475"/>
                  <a:gd name="connsiteY10" fmla="*/ 1054887 h 4979170"/>
                  <a:gd name="connsiteX11" fmla="*/ 7357475 w 7357475"/>
                  <a:gd name="connsiteY11" fmla="*/ 3924283 h 4979170"/>
                  <a:gd name="connsiteX12" fmla="*/ 6302588 w 7357475"/>
                  <a:gd name="connsiteY12" fmla="*/ 4979170 h 4979170"/>
                  <a:gd name="connsiteX13" fmla="*/ 1054887 w 7357475"/>
                  <a:gd name="connsiteY13" fmla="*/ 4979170 h 4979170"/>
                  <a:gd name="connsiteX14" fmla="*/ 0 w 7357475"/>
                  <a:gd name="connsiteY14" fmla="*/ 3924283 h 4979170"/>
                  <a:gd name="connsiteX15" fmla="*/ 0 w 7357475"/>
                  <a:gd name="connsiteY15" fmla="*/ 1054887 h 4979170"/>
                  <a:gd name="connsiteX16" fmla="*/ 1054887 w 7357475"/>
                  <a:gd name="connsiteY16" fmla="*/ 0 h 49791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7357475" h="4979170">
                    <a:moveTo>
                      <a:pt x="1220884" y="210805"/>
                    </a:moveTo>
                    <a:cubicBezTo>
                      <a:pt x="719811" y="210805"/>
                      <a:pt x="313611" y="617005"/>
                      <a:pt x="313611" y="1118078"/>
                    </a:cubicBezTo>
                    <a:lnTo>
                      <a:pt x="313611" y="3861091"/>
                    </a:lnTo>
                    <a:cubicBezTo>
                      <a:pt x="313611" y="4362164"/>
                      <a:pt x="719811" y="4768364"/>
                      <a:pt x="1220884" y="4768364"/>
                    </a:cubicBezTo>
                    <a:lnTo>
                      <a:pt x="6140818" y="4768364"/>
                    </a:lnTo>
                    <a:cubicBezTo>
                      <a:pt x="6641891" y="4768364"/>
                      <a:pt x="7048091" y="4362164"/>
                      <a:pt x="7048091" y="3861091"/>
                    </a:cubicBezTo>
                    <a:lnTo>
                      <a:pt x="7048091" y="1118078"/>
                    </a:lnTo>
                    <a:cubicBezTo>
                      <a:pt x="7048091" y="617005"/>
                      <a:pt x="6641891" y="210805"/>
                      <a:pt x="6140818" y="210805"/>
                    </a:cubicBezTo>
                    <a:close/>
                    <a:moveTo>
                      <a:pt x="1054887" y="0"/>
                    </a:moveTo>
                    <a:lnTo>
                      <a:pt x="6302588" y="0"/>
                    </a:lnTo>
                    <a:cubicBezTo>
                      <a:pt x="6885186" y="0"/>
                      <a:pt x="7357475" y="472289"/>
                      <a:pt x="7357475" y="1054887"/>
                    </a:cubicBezTo>
                    <a:lnTo>
                      <a:pt x="7357475" y="3924283"/>
                    </a:lnTo>
                    <a:cubicBezTo>
                      <a:pt x="7357475" y="4506881"/>
                      <a:pt x="6885186" y="4979170"/>
                      <a:pt x="6302588" y="4979170"/>
                    </a:cubicBezTo>
                    <a:lnTo>
                      <a:pt x="1054887" y="4979170"/>
                    </a:lnTo>
                    <a:cubicBezTo>
                      <a:pt x="472289" y="4979170"/>
                      <a:pt x="0" y="4506881"/>
                      <a:pt x="0" y="3924283"/>
                    </a:cubicBezTo>
                    <a:lnTo>
                      <a:pt x="0" y="1054887"/>
                    </a:lnTo>
                    <a:cubicBezTo>
                      <a:pt x="0" y="472289"/>
                      <a:pt x="472289" y="0"/>
                      <a:pt x="1054887" y="0"/>
                    </a:cubicBezTo>
                    <a:close/>
                  </a:path>
                </a:pathLst>
              </a:custGeom>
              <a:solidFill>
                <a:srgbClr val="B3CEF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6" name="Google Shape;55;p13">
                <a:extLst>
                  <a:ext uri="{FF2B5EF4-FFF2-40B4-BE49-F238E27FC236}">
                    <a16:creationId xmlns:a16="http://schemas.microsoft.com/office/drawing/2014/main" id="{D0CA0BBD-B3F7-A50F-69F6-632206CD11E4}"/>
                  </a:ext>
                </a:extLst>
              </p:cNvPr>
              <p:cNvSpPr txBox="1"/>
              <p:nvPr/>
            </p:nvSpPr>
            <p:spPr>
              <a:xfrm>
                <a:off x="1202640" y="7989"/>
                <a:ext cx="7426395" cy="1149470"/>
              </a:xfrm>
              <a:custGeom>
                <a:avLst/>
                <a:gdLst>
                  <a:gd name="connsiteX0" fmla="*/ 0 w 7296460"/>
                  <a:gd name="connsiteY0" fmla="*/ 0 h 1230999"/>
                  <a:gd name="connsiteX1" fmla="*/ 7296460 w 7296460"/>
                  <a:gd name="connsiteY1" fmla="*/ 0 h 1230999"/>
                  <a:gd name="connsiteX2" fmla="*/ 7296460 w 7296460"/>
                  <a:gd name="connsiteY2" fmla="*/ 1230999 h 1230999"/>
                  <a:gd name="connsiteX3" fmla="*/ 0 w 7296460"/>
                  <a:gd name="connsiteY3" fmla="*/ 1230999 h 1230999"/>
                  <a:gd name="connsiteX4" fmla="*/ 0 w 7296460"/>
                  <a:gd name="connsiteY4" fmla="*/ 0 h 1230999"/>
                  <a:gd name="connsiteX0" fmla="*/ 144780 w 7296460"/>
                  <a:gd name="connsiteY0" fmla="*/ 99060 h 1230999"/>
                  <a:gd name="connsiteX1" fmla="*/ 7296460 w 7296460"/>
                  <a:gd name="connsiteY1" fmla="*/ 0 h 1230999"/>
                  <a:gd name="connsiteX2" fmla="*/ 7296460 w 7296460"/>
                  <a:gd name="connsiteY2" fmla="*/ 1230999 h 1230999"/>
                  <a:gd name="connsiteX3" fmla="*/ 0 w 7296460"/>
                  <a:gd name="connsiteY3" fmla="*/ 1230999 h 1230999"/>
                  <a:gd name="connsiteX4" fmla="*/ 144780 w 7296460"/>
                  <a:gd name="connsiteY4" fmla="*/ 99060 h 1230999"/>
                  <a:gd name="connsiteX0" fmla="*/ 144780 w 7347260"/>
                  <a:gd name="connsiteY0" fmla="*/ 99060 h 1230999"/>
                  <a:gd name="connsiteX1" fmla="*/ 7296460 w 7347260"/>
                  <a:gd name="connsiteY1" fmla="*/ 0 h 1230999"/>
                  <a:gd name="connsiteX2" fmla="*/ 7296460 w 7347260"/>
                  <a:gd name="connsiteY2" fmla="*/ 1230999 h 1230999"/>
                  <a:gd name="connsiteX3" fmla="*/ 0 w 7347260"/>
                  <a:gd name="connsiteY3" fmla="*/ 1230999 h 1230999"/>
                  <a:gd name="connsiteX4" fmla="*/ 144780 w 7347260"/>
                  <a:gd name="connsiteY4" fmla="*/ 99060 h 1230999"/>
                  <a:gd name="connsiteX0" fmla="*/ 144780 w 7347260"/>
                  <a:gd name="connsiteY0" fmla="*/ 125755 h 1257694"/>
                  <a:gd name="connsiteX1" fmla="*/ 804220 w 7347260"/>
                  <a:gd name="connsiteY1" fmla="*/ 0 h 1257694"/>
                  <a:gd name="connsiteX2" fmla="*/ 7296460 w 7347260"/>
                  <a:gd name="connsiteY2" fmla="*/ 26695 h 1257694"/>
                  <a:gd name="connsiteX3" fmla="*/ 7296460 w 7347260"/>
                  <a:gd name="connsiteY3" fmla="*/ 1257694 h 1257694"/>
                  <a:gd name="connsiteX4" fmla="*/ 0 w 7347260"/>
                  <a:gd name="connsiteY4" fmla="*/ 1257694 h 1257694"/>
                  <a:gd name="connsiteX5" fmla="*/ 144780 w 7347260"/>
                  <a:gd name="connsiteY5" fmla="*/ 125755 h 1257694"/>
                  <a:gd name="connsiteX0" fmla="*/ 144780 w 7347260"/>
                  <a:gd name="connsiteY0" fmla="*/ 144484 h 1276423"/>
                  <a:gd name="connsiteX1" fmla="*/ 804220 w 7347260"/>
                  <a:gd name="connsiteY1" fmla="*/ 18729 h 1276423"/>
                  <a:gd name="connsiteX2" fmla="*/ 7296460 w 7347260"/>
                  <a:gd name="connsiteY2" fmla="*/ 45424 h 1276423"/>
                  <a:gd name="connsiteX3" fmla="*/ 7296460 w 7347260"/>
                  <a:gd name="connsiteY3" fmla="*/ 1276423 h 1276423"/>
                  <a:gd name="connsiteX4" fmla="*/ 0 w 7347260"/>
                  <a:gd name="connsiteY4" fmla="*/ 1276423 h 1276423"/>
                  <a:gd name="connsiteX5" fmla="*/ 144780 w 7347260"/>
                  <a:gd name="connsiteY5" fmla="*/ 144484 h 1276423"/>
                  <a:gd name="connsiteX0" fmla="*/ 144780 w 7347260"/>
                  <a:gd name="connsiteY0" fmla="*/ 194608 h 1326547"/>
                  <a:gd name="connsiteX1" fmla="*/ 926140 w 7347260"/>
                  <a:gd name="connsiteY1" fmla="*/ 15513 h 1326547"/>
                  <a:gd name="connsiteX2" fmla="*/ 7296460 w 7347260"/>
                  <a:gd name="connsiteY2" fmla="*/ 95548 h 1326547"/>
                  <a:gd name="connsiteX3" fmla="*/ 7296460 w 7347260"/>
                  <a:gd name="connsiteY3" fmla="*/ 1326547 h 1326547"/>
                  <a:gd name="connsiteX4" fmla="*/ 0 w 7347260"/>
                  <a:gd name="connsiteY4" fmla="*/ 1326547 h 1326547"/>
                  <a:gd name="connsiteX5" fmla="*/ 144780 w 7347260"/>
                  <a:gd name="connsiteY5" fmla="*/ 194608 h 1326547"/>
                  <a:gd name="connsiteX0" fmla="*/ 198120 w 7347260"/>
                  <a:gd name="connsiteY0" fmla="*/ 223701 h 1325160"/>
                  <a:gd name="connsiteX1" fmla="*/ 926140 w 7347260"/>
                  <a:gd name="connsiteY1" fmla="*/ 14126 h 1325160"/>
                  <a:gd name="connsiteX2" fmla="*/ 7296460 w 7347260"/>
                  <a:gd name="connsiteY2" fmla="*/ 94161 h 1325160"/>
                  <a:gd name="connsiteX3" fmla="*/ 7296460 w 7347260"/>
                  <a:gd name="connsiteY3" fmla="*/ 1325160 h 1325160"/>
                  <a:gd name="connsiteX4" fmla="*/ 0 w 7347260"/>
                  <a:gd name="connsiteY4" fmla="*/ 1325160 h 1325160"/>
                  <a:gd name="connsiteX5" fmla="*/ 198120 w 7347260"/>
                  <a:gd name="connsiteY5" fmla="*/ 223701 h 1325160"/>
                  <a:gd name="connsiteX0" fmla="*/ 266700 w 7415840"/>
                  <a:gd name="connsiteY0" fmla="*/ 223701 h 1325160"/>
                  <a:gd name="connsiteX1" fmla="*/ 994720 w 7415840"/>
                  <a:gd name="connsiteY1" fmla="*/ 14126 h 1325160"/>
                  <a:gd name="connsiteX2" fmla="*/ 7365040 w 7415840"/>
                  <a:gd name="connsiteY2" fmla="*/ 94161 h 1325160"/>
                  <a:gd name="connsiteX3" fmla="*/ 7365040 w 7415840"/>
                  <a:gd name="connsiteY3" fmla="*/ 1325160 h 1325160"/>
                  <a:gd name="connsiteX4" fmla="*/ 0 w 7415840"/>
                  <a:gd name="connsiteY4" fmla="*/ 1248960 h 1325160"/>
                  <a:gd name="connsiteX5" fmla="*/ 266700 w 7415840"/>
                  <a:gd name="connsiteY5" fmla="*/ 223701 h 1325160"/>
                  <a:gd name="connsiteX0" fmla="*/ 267095 w 7416235"/>
                  <a:gd name="connsiteY0" fmla="*/ 223701 h 1325160"/>
                  <a:gd name="connsiteX1" fmla="*/ 995115 w 7416235"/>
                  <a:gd name="connsiteY1" fmla="*/ 14126 h 1325160"/>
                  <a:gd name="connsiteX2" fmla="*/ 7365435 w 7416235"/>
                  <a:gd name="connsiteY2" fmla="*/ 94161 h 1325160"/>
                  <a:gd name="connsiteX3" fmla="*/ 7365435 w 7416235"/>
                  <a:gd name="connsiteY3" fmla="*/ 1325160 h 1325160"/>
                  <a:gd name="connsiteX4" fmla="*/ 395 w 7416235"/>
                  <a:gd name="connsiteY4" fmla="*/ 1248960 h 1325160"/>
                  <a:gd name="connsiteX5" fmla="*/ 267095 w 7416235"/>
                  <a:gd name="connsiteY5" fmla="*/ 223701 h 1325160"/>
                  <a:gd name="connsiteX0" fmla="*/ 267095 w 7365435"/>
                  <a:gd name="connsiteY0" fmla="*/ 223701 h 1325160"/>
                  <a:gd name="connsiteX1" fmla="*/ 995115 w 7365435"/>
                  <a:gd name="connsiteY1" fmla="*/ 14126 h 1325160"/>
                  <a:gd name="connsiteX2" fmla="*/ 7243515 w 7365435"/>
                  <a:gd name="connsiteY2" fmla="*/ 117021 h 1325160"/>
                  <a:gd name="connsiteX3" fmla="*/ 7365435 w 7365435"/>
                  <a:gd name="connsiteY3" fmla="*/ 1325160 h 1325160"/>
                  <a:gd name="connsiteX4" fmla="*/ 395 w 7365435"/>
                  <a:gd name="connsiteY4" fmla="*/ 1248960 h 1325160"/>
                  <a:gd name="connsiteX5" fmla="*/ 267095 w 7365435"/>
                  <a:gd name="connsiteY5" fmla="*/ 223701 h 1325160"/>
                  <a:gd name="connsiteX0" fmla="*/ 267095 w 7373071"/>
                  <a:gd name="connsiteY0" fmla="*/ 223701 h 1325160"/>
                  <a:gd name="connsiteX1" fmla="*/ 995115 w 7373071"/>
                  <a:gd name="connsiteY1" fmla="*/ 14126 h 1325160"/>
                  <a:gd name="connsiteX2" fmla="*/ 7243515 w 7373071"/>
                  <a:gd name="connsiteY2" fmla="*/ 117021 h 1325160"/>
                  <a:gd name="connsiteX3" fmla="*/ 7365435 w 7373071"/>
                  <a:gd name="connsiteY3" fmla="*/ 1325160 h 1325160"/>
                  <a:gd name="connsiteX4" fmla="*/ 395 w 7373071"/>
                  <a:gd name="connsiteY4" fmla="*/ 1248960 h 1325160"/>
                  <a:gd name="connsiteX5" fmla="*/ 267095 w 7373071"/>
                  <a:gd name="connsiteY5" fmla="*/ 223701 h 1325160"/>
                  <a:gd name="connsiteX0" fmla="*/ 267095 w 7365435"/>
                  <a:gd name="connsiteY0" fmla="*/ 223701 h 1325160"/>
                  <a:gd name="connsiteX1" fmla="*/ 995115 w 7365435"/>
                  <a:gd name="connsiteY1" fmla="*/ 14126 h 1325160"/>
                  <a:gd name="connsiteX2" fmla="*/ 7136835 w 7365435"/>
                  <a:gd name="connsiteY2" fmla="*/ 117021 h 1325160"/>
                  <a:gd name="connsiteX3" fmla="*/ 7365435 w 7365435"/>
                  <a:gd name="connsiteY3" fmla="*/ 1325160 h 1325160"/>
                  <a:gd name="connsiteX4" fmla="*/ 395 w 7365435"/>
                  <a:gd name="connsiteY4" fmla="*/ 1248960 h 1325160"/>
                  <a:gd name="connsiteX5" fmla="*/ 267095 w 7365435"/>
                  <a:gd name="connsiteY5" fmla="*/ 223701 h 1325160"/>
                  <a:gd name="connsiteX0" fmla="*/ 267095 w 7426395"/>
                  <a:gd name="connsiteY0" fmla="*/ 223701 h 1348020"/>
                  <a:gd name="connsiteX1" fmla="*/ 995115 w 7426395"/>
                  <a:gd name="connsiteY1" fmla="*/ 14126 h 1348020"/>
                  <a:gd name="connsiteX2" fmla="*/ 7136835 w 7426395"/>
                  <a:gd name="connsiteY2" fmla="*/ 117021 h 1348020"/>
                  <a:gd name="connsiteX3" fmla="*/ 7426395 w 7426395"/>
                  <a:gd name="connsiteY3" fmla="*/ 1348020 h 1348020"/>
                  <a:gd name="connsiteX4" fmla="*/ 395 w 7426395"/>
                  <a:gd name="connsiteY4" fmla="*/ 1248960 h 1348020"/>
                  <a:gd name="connsiteX5" fmla="*/ 267095 w 7426395"/>
                  <a:gd name="connsiteY5" fmla="*/ 223701 h 1348020"/>
                  <a:gd name="connsiteX0" fmla="*/ 267095 w 7426395"/>
                  <a:gd name="connsiteY0" fmla="*/ 223701 h 1348020"/>
                  <a:gd name="connsiteX1" fmla="*/ 995115 w 7426395"/>
                  <a:gd name="connsiteY1" fmla="*/ 14126 h 1348020"/>
                  <a:gd name="connsiteX2" fmla="*/ 7136835 w 7426395"/>
                  <a:gd name="connsiteY2" fmla="*/ 117021 h 1348020"/>
                  <a:gd name="connsiteX3" fmla="*/ 7426395 w 7426395"/>
                  <a:gd name="connsiteY3" fmla="*/ 1348020 h 1348020"/>
                  <a:gd name="connsiteX4" fmla="*/ 395 w 7426395"/>
                  <a:gd name="connsiteY4" fmla="*/ 1248960 h 1348020"/>
                  <a:gd name="connsiteX5" fmla="*/ 267095 w 7426395"/>
                  <a:gd name="connsiteY5" fmla="*/ 223701 h 1348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26395" h="1348020">
                    <a:moveTo>
                      <a:pt x="267095" y="223701"/>
                    </a:moveTo>
                    <a:cubicBezTo>
                      <a:pt x="469128" y="219883"/>
                      <a:pt x="800702" y="-65876"/>
                      <a:pt x="995115" y="14126"/>
                    </a:cubicBezTo>
                    <a:lnTo>
                      <a:pt x="7136835" y="117021"/>
                    </a:lnTo>
                    <a:cubicBezTo>
                      <a:pt x="7312095" y="603554"/>
                      <a:pt x="7380675" y="549067"/>
                      <a:pt x="7426395" y="1348020"/>
                    </a:cubicBezTo>
                    <a:lnTo>
                      <a:pt x="395" y="1248960"/>
                    </a:lnTo>
                    <a:cubicBezTo>
                      <a:pt x="-9765" y="556687"/>
                      <a:pt x="178195" y="565454"/>
                      <a:pt x="267095" y="223701"/>
                    </a:cubicBezTo>
                    <a:close/>
                  </a:path>
                </a:pathLst>
              </a:custGeom>
              <a:gradFill flip="none" rotWithShape="1">
                <a:gsLst>
                  <a:gs pos="70000">
                    <a:srgbClr val="B3CEFB"/>
                  </a:gs>
                  <a:gs pos="23000">
                    <a:srgbClr val="B3CEFB"/>
                  </a:gs>
                  <a:gs pos="0">
                    <a:srgbClr val="B3CEFB"/>
                  </a:gs>
                  <a:gs pos="97000">
                    <a:srgbClr val="B3CEFB">
                      <a:alpha val="41000"/>
                    </a:srgbClr>
                  </a:gs>
                </a:gsLst>
                <a:lin ang="5400000" scaled="1"/>
                <a:tileRect/>
              </a:gradFill>
              <a:ln>
                <a:noFill/>
              </a:ln>
              <a:effectLst>
                <a:softEdge rad="63500"/>
              </a:effectLst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algn="ctr">
                  <a:lnSpc>
                    <a:spcPct val="150000"/>
                  </a:lnSpc>
                </a:pPr>
                <a:endParaRPr sz="1500" b="1">
                  <a:solidFill>
                    <a:schemeClr val="lt2"/>
                  </a:solidFill>
                </a:endParaRPr>
              </a:p>
            </p:txBody>
          </p:sp>
          <p:sp>
            <p:nvSpPr>
              <p:cNvPr id="55" name="Google Shape;55;p13"/>
              <p:cNvSpPr txBox="1"/>
              <p:nvPr/>
            </p:nvSpPr>
            <p:spPr>
              <a:xfrm>
                <a:off x="1918229" y="-47852"/>
                <a:ext cx="6148247" cy="1014911"/>
              </a:xfrm>
              <a:prstGeom prst="rect">
                <a:avLst/>
              </a:prstGeom>
              <a:gradFill flip="none" rotWithShape="1">
                <a:gsLst>
                  <a:gs pos="70000">
                    <a:srgbClr val="B3CEFB"/>
                  </a:gs>
                  <a:gs pos="23000">
                    <a:srgbClr val="B3CEFB"/>
                  </a:gs>
                  <a:gs pos="0">
                    <a:srgbClr val="B3CEFB"/>
                  </a:gs>
                  <a:gs pos="97000">
                    <a:srgbClr val="B3CEFB">
                      <a:alpha val="41000"/>
                    </a:srgbClr>
                  </a:gs>
                </a:gsLst>
                <a:lin ang="5400000" scaled="1"/>
                <a:tileRect/>
              </a:gradFill>
              <a:ln>
                <a:noFill/>
              </a:ln>
              <a:effectLst>
                <a:softEdge rad="63500"/>
              </a:effectLst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lvl="0" algn="ctr"/>
                <a:r>
                  <a:rPr lang="en" sz="2000" b="1" dirty="0">
                    <a:solidFill>
                      <a:srgbClr val="FF5050"/>
                    </a:solidFill>
                    <a:effectLst>
                      <a:outerShdw blurRad="50800" dist="38100" dir="5400000" algn="t" rotWithShape="0">
                        <a:prstClr val="black">
                          <a:alpha val="40000"/>
                        </a:prstClr>
                      </a:outerShdw>
                    </a:effectLst>
                    <a:latin typeface="Univers Condensed" panose="020B0506020202050204" pitchFamily="34" charset="0"/>
                  </a:rPr>
                  <a:t>EVGEN 2026</a:t>
                </a:r>
                <a:r>
                  <a:rPr lang="en" sz="2000" b="1" dirty="0">
                    <a:solidFill>
                      <a:srgbClr val="FF5050"/>
                    </a:solidFill>
                    <a:effectLst>
                      <a:innerShdw blurRad="114300">
                        <a:prstClr val="black"/>
                      </a:innerShdw>
                    </a:effectLst>
                    <a:latin typeface="Univers Condensed" panose="020B0506020202050204" pitchFamily="34" charset="0"/>
                  </a:rPr>
                  <a:t>:</a:t>
                </a:r>
                <a:r>
                  <a:rPr lang="en" sz="2000" b="1" dirty="0">
                    <a:effectLst>
                      <a:innerShdw blurRad="114300">
                        <a:prstClr val="black"/>
                      </a:innerShdw>
                    </a:effectLst>
                    <a:latin typeface="Univers Condensed" panose="020B0506020202050204" pitchFamily="34" charset="0"/>
                  </a:rPr>
                  <a:t> </a:t>
                </a:r>
                <a:r>
                  <a:rPr lang="en" sz="2000" b="1" dirty="0">
                    <a:solidFill>
                      <a:srgbClr val="002060"/>
                    </a:solidFill>
                    <a:effectLst>
                      <a:innerShdw blurRad="114300">
                        <a:prstClr val="black"/>
                      </a:innerShdw>
                    </a:effectLst>
                    <a:latin typeface="Univers Condensed" panose="020B0506020202050204" pitchFamily="34" charset="0"/>
                  </a:rPr>
                  <a:t>The 2</a:t>
                </a:r>
                <a:r>
                  <a:rPr lang="en" sz="2000" b="1" baseline="30000" dirty="0">
                    <a:solidFill>
                      <a:srgbClr val="002060"/>
                    </a:solidFill>
                    <a:effectLst>
                      <a:innerShdw blurRad="114300">
                        <a:prstClr val="black"/>
                      </a:innerShdw>
                    </a:effectLst>
                    <a:latin typeface="Univers Condensed" panose="020B0506020202050204" pitchFamily="34" charset="0"/>
                  </a:rPr>
                  <a:t>nd</a:t>
                </a:r>
                <a:r>
                  <a:rPr lang="en" sz="2000" b="1" dirty="0">
                    <a:solidFill>
                      <a:srgbClr val="002060"/>
                    </a:solidFill>
                    <a:effectLst>
                      <a:innerShdw blurRad="114300">
                        <a:prstClr val="black"/>
                      </a:innerShdw>
                    </a:effectLst>
                    <a:latin typeface="Univers Condensed" panose="020B0506020202050204" pitchFamily="34" charset="0"/>
                  </a:rPr>
                  <a:t> Workshop on </a:t>
                </a:r>
              </a:p>
              <a:p>
                <a:pPr algn="ctr"/>
                <a:r>
                  <a:rPr lang="en" sz="2000" b="1" dirty="0">
                    <a:solidFill>
                      <a:srgbClr val="002060"/>
                    </a:solidFill>
                    <a:effectLst>
                      <a:innerShdw blurRad="114300">
                        <a:prstClr val="black"/>
                      </a:innerShdw>
                    </a:effectLst>
                    <a:latin typeface="Univers Condensed" panose="020B0506020202050204" pitchFamily="34" charset="0"/>
                  </a:rPr>
                  <a:t>“Event-based Vision in the Era of Generative AI”: Transforming Perception and Visual Innovation</a:t>
                </a:r>
                <a:endParaRPr sz="2000" b="1" dirty="0">
                  <a:solidFill>
                    <a:srgbClr val="002060"/>
                  </a:solidFill>
                  <a:effectLst>
                    <a:innerShdw blurRad="114300">
                      <a:prstClr val="black"/>
                    </a:innerShdw>
                  </a:effectLst>
                  <a:latin typeface="Univers Condensed" panose="020B0506020202050204" pitchFamily="34" charset="0"/>
                </a:endParaRPr>
              </a:p>
            </p:txBody>
          </p:sp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6C60AAF9-F297-743C-3352-0A3B0426AB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/>
              <a:stretch/>
            </p:blipFill>
            <p:spPr>
              <a:xfrm>
                <a:off x="3981339" y="4508400"/>
                <a:ext cx="1868995" cy="572654"/>
              </a:xfrm>
              <a:prstGeom prst="rect">
                <a:avLst/>
              </a:prstGeom>
            </p:spPr>
          </p:pic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AAE80CEA-FD27-779D-4829-B8644539A4B2}"/>
                  </a:ext>
                </a:extLst>
              </p:cNvPr>
              <p:cNvGrpSpPr/>
              <p:nvPr/>
            </p:nvGrpSpPr>
            <p:grpSpPr>
              <a:xfrm>
                <a:off x="982615" y="435281"/>
                <a:ext cx="1472997" cy="4666466"/>
                <a:chOff x="982615" y="458141"/>
                <a:chExt cx="1472997" cy="4666466"/>
              </a:xfrm>
            </p:grpSpPr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1AEBB532-50E4-1676-A661-86951EB1318C}"/>
                    </a:ext>
                  </a:extLst>
                </p:cNvPr>
                <p:cNvGrpSpPr/>
                <p:nvPr/>
              </p:nvGrpSpPr>
              <p:grpSpPr>
                <a:xfrm>
                  <a:off x="1618627" y="1934054"/>
                  <a:ext cx="836985" cy="2092227"/>
                  <a:chOff x="1262508" y="1552164"/>
                  <a:chExt cx="831072" cy="1807966"/>
                </a:xfrm>
              </p:grpSpPr>
              <p:sp>
                <p:nvSpPr>
                  <p:cNvPr id="10" name="Rectangle: Rounded Corners 9">
                    <a:extLst>
                      <a:ext uri="{FF2B5EF4-FFF2-40B4-BE49-F238E27FC236}">
                        <a16:creationId xmlns:a16="http://schemas.microsoft.com/office/drawing/2014/main" id="{5AAC981C-CAEF-8B99-4630-1660832D8F59}"/>
                      </a:ext>
                    </a:extLst>
                  </p:cNvPr>
                  <p:cNvSpPr/>
                  <p:nvPr/>
                </p:nvSpPr>
                <p:spPr>
                  <a:xfrm rot="3331528">
                    <a:off x="1484948" y="2751499"/>
                    <a:ext cx="386191" cy="831072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accent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11" name="Rectangle: Rounded Corners 10">
                    <a:extLst>
                      <a:ext uri="{FF2B5EF4-FFF2-40B4-BE49-F238E27FC236}">
                        <a16:creationId xmlns:a16="http://schemas.microsoft.com/office/drawing/2014/main" id="{1DA2ABD9-E1DA-5173-D12E-BBF2CBDBF1F1}"/>
                      </a:ext>
                    </a:extLst>
                  </p:cNvPr>
                  <p:cNvSpPr/>
                  <p:nvPr/>
                </p:nvSpPr>
                <p:spPr>
                  <a:xfrm>
                    <a:off x="1745199" y="1552164"/>
                    <a:ext cx="328686" cy="1614871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accent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/>
                  </a:p>
                </p:txBody>
              </p:sp>
            </p:grpSp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AB0168B4-B5EC-023E-8795-19F5EED4BCC5}"/>
                    </a:ext>
                  </a:extLst>
                </p:cNvPr>
                <p:cNvGrpSpPr/>
                <p:nvPr/>
              </p:nvGrpSpPr>
              <p:grpSpPr>
                <a:xfrm>
                  <a:off x="982615" y="793686"/>
                  <a:ext cx="645393" cy="2126528"/>
                  <a:chOff x="630990" y="566732"/>
                  <a:chExt cx="640833" cy="1837607"/>
                </a:xfrm>
              </p:grpSpPr>
              <p:sp>
                <p:nvSpPr>
                  <p:cNvPr id="8" name="Rectangle: Rounded Corners 7">
                    <a:extLst>
                      <a:ext uri="{FF2B5EF4-FFF2-40B4-BE49-F238E27FC236}">
                        <a16:creationId xmlns:a16="http://schemas.microsoft.com/office/drawing/2014/main" id="{18CEBBEF-72CB-1F82-FA6E-0811583BB7CD}"/>
                      </a:ext>
                    </a:extLst>
                  </p:cNvPr>
                  <p:cNvSpPr/>
                  <p:nvPr/>
                </p:nvSpPr>
                <p:spPr>
                  <a:xfrm rot="18268472" flipH="1">
                    <a:off x="789739" y="1922254"/>
                    <a:ext cx="323336" cy="640833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accent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/>
                  </a:p>
                </p:txBody>
              </p:sp>
              <p:sp>
                <p:nvSpPr>
                  <p:cNvPr id="9" name="Rectangle: Rounded Corners 8">
                    <a:extLst>
                      <a:ext uri="{FF2B5EF4-FFF2-40B4-BE49-F238E27FC236}">
                        <a16:creationId xmlns:a16="http://schemas.microsoft.com/office/drawing/2014/main" id="{DB239E47-75DA-1052-8C46-C244E5E6A4D3}"/>
                      </a:ext>
                    </a:extLst>
                  </p:cNvPr>
                  <p:cNvSpPr/>
                  <p:nvPr/>
                </p:nvSpPr>
                <p:spPr>
                  <a:xfrm flipH="1">
                    <a:off x="650524" y="566732"/>
                    <a:ext cx="301059" cy="1713806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chemeClr val="accent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IN"/>
                  </a:p>
                </p:txBody>
              </p:sp>
            </p:grpSp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5A13CF75-903E-B806-DFF2-361CD607FADA}"/>
                    </a:ext>
                  </a:extLst>
                </p:cNvPr>
                <p:cNvSpPr/>
                <p:nvPr/>
              </p:nvSpPr>
              <p:spPr>
                <a:xfrm>
                  <a:off x="1439140" y="458141"/>
                  <a:ext cx="459416" cy="4666466"/>
                </a:xfrm>
                <a:custGeom>
                  <a:avLst/>
                  <a:gdLst>
                    <a:gd name="connsiteX0" fmla="*/ 229708 w 459416"/>
                    <a:gd name="connsiteY0" fmla="*/ 0 h 4666466"/>
                    <a:gd name="connsiteX1" fmla="*/ 459416 w 459416"/>
                    <a:gd name="connsiteY1" fmla="*/ 229708 h 4666466"/>
                    <a:gd name="connsiteX2" fmla="*/ 459415 w 459416"/>
                    <a:gd name="connsiteY2" fmla="*/ 4666466 h 4666466"/>
                    <a:gd name="connsiteX3" fmla="*/ 278359 w 459416"/>
                    <a:gd name="connsiteY3" fmla="*/ 4648214 h 4666466"/>
                    <a:gd name="connsiteX4" fmla="*/ 96690 w 459416"/>
                    <a:gd name="connsiteY4" fmla="*/ 4591821 h 4666466"/>
                    <a:gd name="connsiteX5" fmla="*/ 0 w 459416"/>
                    <a:gd name="connsiteY5" fmla="*/ 4539339 h 4666466"/>
                    <a:gd name="connsiteX6" fmla="*/ 0 w 459416"/>
                    <a:gd name="connsiteY6" fmla="*/ 229708 h 4666466"/>
                    <a:gd name="connsiteX7" fmla="*/ 229708 w 459416"/>
                    <a:gd name="connsiteY7" fmla="*/ 0 h 46664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459416" h="4666466">
                      <a:moveTo>
                        <a:pt x="229708" y="0"/>
                      </a:moveTo>
                      <a:cubicBezTo>
                        <a:pt x="356572" y="0"/>
                        <a:pt x="459416" y="102844"/>
                        <a:pt x="459416" y="229708"/>
                      </a:cubicBezTo>
                      <a:lnTo>
                        <a:pt x="459415" y="4666466"/>
                      </a:lnTo>
                      <a:lnTo>
                        <a:pt x="278359" y="4648214"/>
                      </a:lnTo>
                      <a:cubicBezTo>
                        <a:pt x="215356" y="4635322"/>
                        <a:pt x="154584" y="4616308"/>
                        <a:pt x="96690" y="4591821"/>
                      </a:cubicBezTo>
                      <a:lnTo>
                        <a:pt x="0" y="4539339"/>
                      </a:lnTo>
                      <a:lnTo>
                        <a:pt x="0" y="229708"/>
                      </a:lnTo>
                      <a:cubicBezTo>
                        <a:pt x="0" y="102844"/>
                        <a:pt x="102844" y="0"/>
                        <a:pt x="229708" y="0"/>
                      </a:cubicBezTo>
                      <a:close/>
                    </a:path>
                  </a:pathLst>
                </a:custGeom>
                <a:solidFill>
                  <a:srgbClr val="0097A7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IN"/>
                </a:p>
              </p:txBody>
            </p:sp>
          </p:grpSp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4351F720-DE87-0EE9-67E9-93EA3A18998A}"/>
                  </a:ext>
                </a:extLst>
              </p:cNvPr>
              <p:cNvSpPr/>
              <p:nvPr/>
            </p:nvSpPr>
            <p:spPr>
              <a:xfrm>
                <a:off x="979428" y="-86289"/>
                <a:ext cx="7682296" cy="5229789"/>
              </a:xfrm>
              <a:prstGeom prst="roundRect">
                <a:avLst>
                  <a:gd name="adj" fmla="val 20310"/>
                </a:avLst>
              </a:prstGeom>
              <a:noFill/>
              <a:ln w="57150">
                <a:solidFill>
                  <a:srgbClr val="0F75BC"/>
                </a:solidFill>
              </a:ln>
              <a:effectLst>
                <a:outerShdw blurRad="50800" dist="38100" dir="13500000" algn="b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E703A41-FBBB-13D8-E913-93DA00C7CB14}"/>
              </a:ext>
            </a:extLst>
          </p:cNvPr>
          <p:cNvSpPr txBox="1"/>
          <p:nvPr/>
        </p:nvSpPr>
        <p:spPr>
          <a:xfrm>
            <a:off x="2435778" y="1365681"/>
            <a:ext cx="2225123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FFFF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Univers Condensed" panose="020B0506020202050204" pitchFamily="34" charset="0"/>
              </a:rPr>
              <a:t>Organizers: </a:t>
            </a:r>
          </a:p>
          <a:p>
            <a:r>
              <a:rPr lang="en-US" sz="1600" b="1" dirty="0">
                <a:solidFill>
                  <a:srgbClr val="002060"/>
                </a:solidFill>
                <a:effectLst>
                  <a:innerShdw blurRad="114300">
                    <a:prstClr val="black"/>
                  </a:innerShdw>
                </a:effectLst>
                <a:latin typeface="Univers Condensed" panose="020B0506020202050204" pitchFamily="34" charset="0"/>
              </a:rPr>
              <a:t>Bharatesh Chakravarthi, Yezhou Yang,  Cornelia M. Fermuller,  Francisco Barranco,  Federico Becattini,  Aayush Atul Verma, Arpit Vaghela, Kaustav Chanda </a:t>
            </a:r>
          </a:p>
          <a:p>
            <a:endParaRPr lang="en-US" sz="1600" b="1" dirty="0">
              <a:solidFill>
                <a:srgbClr val="002060"/>
              </a:solidFill>
              <a:effectLst>
                <a:innerShdw blurRad="114300">
                  <a:prstClr val="black"/>
                </a:innerShdw>
              </a:effectLst>
              <a:latin typeface="Univers Condensed" panose="020B0506020202050204" pitchFamily="34" charset="0"/>
            </a:endParaRPr>
          </a:p>
          <a:p>
            <a:r>
              <a:rPr lang="en-US" sz="2000" b="1" dirty="0">
                <a:solidFill>
                  <a:srgbClr val="FFFF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Univers Condensed" panose="020B0506020202050204" pitchFamily="34" charset="0"/>
              </a:rPr>
              <a:t>Time: </a:t>
            </a:r>
            <a:r>
              <a:rPr lang="en-US" sz="1600" b="1" dirty="0">
                <a:solidFill>
                  <a:srgbClr val="002060"/>
                </a:solidFill>
                <a:effectLst>
                  <a:innerShdw blurRad="114300">
                    <a:prstClr val="black"/>
                  </a:innerShdw>
                </a:effectLst>
                <a:latin typeface="Univers Condensed" panose="020B0506020202050204" pitchFamily="34" charset="0"/>
              </a:rPr>
              <a:t>1 PM – 5:30 PM</a:t>
            </a:r>
          </a:p>
          <a:p>
            <a:endParaRPr lang="en-US" sz="1600" b="1" dirty="0">
              <a:solidFill>
                <a:srgbClr val="002060"/>
              </a:solidFill>
              <a:effectLst>
                <a:innerShdw blurRad="114300">
                  <a:prstClr val="black"/>
                </a:innerShdw>
              </a:effectLst>
              <a:latin typeface="Univers Condensed" panose="020B0506020202050204" pitchFamily="34" charset="0"/>
            </a:endParaRPr>
          </a:p>
          <a:p>
            <a:r>
              <a:rPr lang="en-US" sz="2000" b="1" dirty="0">
                <a:solidFill>
                  <a:srgbClr val="FFFF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Univers Condensed" panose="020B0506020202050204" pitchFamily="34" charset="0"/>
              </a:rPr>
              <a:t>Location: </a:t>
            </a:r>
            <a:r>
              <a:rPr lang="en-US" sz="1600" b="1" dirty="0">
                <a:solidFill>
                  <a:srgbClr val="002060"/>
                </a:solidFill>
                <a:effectLst>
                  <a:innerShdw blurRad="114300">
                    <a:prstClr val="black"/>
                  </a:innerShdw>
                </a:effectLst>
                <a:latin typeface="Univers Condensed" panose="020B0506020202050204" pitchFamily="34" charset="0"/>
              </a:rPr>
              <a:t>Arizona Ballroom 7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0090962F-5140-EBE6-965C-8057C14482ED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072939" y="3622482"/>
            <a:ext cx="1111307" cy="113035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E92B06D-75CA-DB59-35CE-0AAAED231A94}"/>
              </a:ext>
            </a:extLst>
          </p:cNvPr>
          <p:cNvSpPr txBox="1"/>
          <p:nvPr/>
        </p:nvSpPr>
        <p:spPr>
          <a:xfrm>
            <a:off x="5301188" y="1365681"/>
            <a:ext cx="22251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FFFF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Univers Condensed" panose="020B0506020202050204" pitchFamily="34" charset="0"/>
              </a:rPr>
              <a:t>Speakers:</a:t>
            </a:r>
          </a:p>
        </p:txBody>
      </p:sp>
    </p:spTree>
    <p:extLst>
      <p:ext uri="{BB962C8B-B14F-4D97-AF65-F5344CB8AC3E}">
        <p14:creationId xmlns:p14="http://schemas.microsoft.com/office/powerpoint/2010/main" val="338488444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64</Words>
  <Application>Microsoft Office PowerPoint</Application>
  <PresentationFormat>On-screen Show (16:10)</PresentationFormat>
  <Paragraphs>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Univers Condensed</vt:lpstr>
      <vt:lpstr>Simple Light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Bharatesh Chakravarthi</cp:lastModifiedBy>
  <cp:revision>22</cp:revision>
  <dcterms:modified xsi:type="dcterms:W3CDTF">2026-02-26T04:35:09Z</dcterms:modified>
</cp:coreProperties>
</file>