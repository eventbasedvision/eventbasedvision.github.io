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3"/>
  </p:notesMasterIdLst>
  <p:sldIdLst>
    <p:sldId id="263" r:id="rId2"/>
  </p:sldIdLst>
  <p:sldSz cx="7772400" cy="5394325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700" userDrawn="1">
          <p15:clr>
            <a:srgbClr val="747775"/>
          </p15:clr>
        </p15:guide>
        <p15:guide id="2" pos="2448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050"/>
    <a:srgbClr val="A50021"/>
    <a:srgbClr val="3333FF"/>
    <a:srgbClr val="077583"/>
    <a:srgbClr val="6295CA"/>
    <a:srgbClr val="0F75BC"/>
    <a:srgbClr val="0097A7"/>
    <a:srgbClr val="B3CE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867" autoAdjust="0"/>
    <p:restoredTop sz="94660"/>
  </p:normalViewPr>
  <p:slideViewPr>
    <p:cSldViewPr snapToGrid="0">
      <p:cViewPr varScale="1">
        <p:scale>
          <a:sx n="128" d="100"/>
          <a:sy n="128" d="100"/>
        </p:scale>
        <p:origin x="1508" y="76"/>
      </p:cViewPr>
      <p:guideLst>
        <p:guide orient="horz" pos="1700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958850" y="685800"/>
            <a:ext cx="4940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958850" y="685800"/>
            <a:ext cx="4940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072279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264952" y="780890"/>
            <a:ext cx="7242510" cy="215269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264946" y="2972338"/>
            <a:ext cx="7242510" cy="83125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7201593" y="4890628"/>
            <a:ext cx="466395" cy="41279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264946" y="2255739"/>
            <a:ext cx="7242510" cy="88285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7201593" y="4890628"/>
            <a:ext cx="466395" cy="41279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264946" y="466732"/>
            <a:ext cx="7242510" cy="60062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264949" y="1208676"/>
            <a:ext cx="3399915" cy="358300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107545" y="1208676"/>
            <a:ext cx="3399915" cy="358300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7201593" y="4890628"/>
            <a:ext cx="466395" cy="41279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264946" y="466732"/>
            <a:ext cx="7242510" cy="60062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7201593" y="4890628"/>
            <a:ext cx="466395" cy="41279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264945" y="582696"/>
            <a:ext cx="2386800" cy="79255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264945" y="1457369"/>
            <a:ext cx="2386800" cy="333444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7201593" y="4890628"/>
            <a:ext cx="466395" cy="41279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16713" y="472108"/>
            <a:ext cx="5412630" cy="429029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7201593" y="4890628"/>
            <a:ext cx="466395" cy="41279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3886200" y="-131"/>
            <a:ext cx="3886200" cy="5394325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25675" y="1293311"/>
            <a:ext cx="3438420" cy="155458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25675" y="2939773"/>
            <a:ext cx="3438420" cy="12953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198576" y="759393"/>
            <a:ext cx="3261450" cy="387529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7201593" y="4890628"/>
            <a:ext cx="466395" cy="41279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264945" y="4436888"/>
            <a:ext cx="5098980" cy="63460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7201593" y="4890628"/>
            <a:ext cx="466395" cy="41279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264946" y="1160073"/>
            <a:ext cx="7242510" cy="205925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264946" y="3305951"/>
            <a:ext cx="7242510" cy="136423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7201593" y="4890628"/>
            <a:ext cx="466395" cy="41279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7201593" y="4890628"/>
            <a:ext cx="466395" cy="41279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264946" y="466732"/>
            <a:ext cx="7242510" cy="600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264946" y="1208676"/>
            <a:ext cx="7242510" cy="35830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7201593" y="4890628"/>
            <a:ext cx="466395" cy="412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eg"/><Relationship Id="rId13" Type="http://schemas.openxmlformats.org/officeDocument/2006/relationships/image" Target="../media/image10.svg"/><Relationship Id="rId18" Type="http://schemas.openxmlformats.org/officeDocument/2006/relationships/image" Target="../media/image15.png"/><Relationship Id="rId3" Type="http://schemas.openxmlformats.org/officeDocument/2006/relationships/image" Target="../media/image1.jpg"/><Relationship Id="rId21" Type="http://schemas.openxmlformats.org/officeDocument/2006/relationships/image" Target="../media/image18.svg"/><Relationship Id="rId7" Type="http://schemas.openxmlformats.org/officeDocument/2006/relationships/hyperlink" Target="https://www.tejasgokhale.com/index.html" TargetMode="External"/><Relationship Id="rId12" Type="http://schemas.openxmlformats.org/officeDocument/2006/relationships/image" Target="../media/image9.png"/><Relationship Id="rId17" Type="http://schemas.openxmlformats.org/officeDocument/2006/relationships/image" Target="../media/image14.svg"/><Relationship Id="rId25" Type="http://schemas.openxmlformats.org/officeDocument/2006/relationships/image" Target="../media/image22.sv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3.png"/><Relationship Id="rId20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11" Type="http://schemas.openxmlformats.org/officeDocument/2006/relationships/image" Target="../media/image8.svg"/><Relationship Id="rId24" Type="http://schemas.openxmlformats.org/officeDocument/2006/relationships/image" Target="../media/image21.png"/><Relationship Id="rId5" Type="http://schemas.openxmlformats.org/officeDocument/2006/relationships/image" Target="../media/image3.png"/><Relationship Id="rId15" Type="http://schemas.openxmlformats.org/officeDocument/2006/relationships/image" Target="../media/image12.svg"/><Relationship Id="rId23" Type="http://schemas.openxmlformats.org/officeDocument/2006/relationships/image" Target="../media/image20.svg"/><Relationship Id="rId10" Type="http://schemas.openxmlformats.org/officeDocument/2006/relationships/image" Target="../media/image7.png"/><Relationship Id="rId19" Type="http://schemas.openxmlformats.org/officeDocument/2006/relationships/image" Target="../media/image16.svg"/><Relationship Id="rId4" Type="http://schemas.openxmlformats.org/officeDocument/2006/relationships/image" Target="../media/image2.png"/><Relationship Id="rId9" Type="http://schemas.openxmlformats.org/officeDocument/2006/relationships/image" Target="../media/image6.jpg"/><Relationship Id="rId14" Type="http://schemas.openxmlformats.org/officeDocument/2006/relationships/image" Target="../media/image11.png"/><Relationship Id="rId22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" name="Group 68">
            <a:extLst>
              <a:ext uri="{FF2B5EF4-FFF2-40B4-BE49-F238E27FC236}">
                <a16:creationId xmlns:a16="http://schemas.microsoft.com/office/drawing/2014/main" id="{37C82F77-ED25-FA0F-2615-EE47A7940B4D}"/>
              </a:ext>
            </a:extLst>
          </p:cNvPr>
          <p:cNvGrpSpPr/>
          <p:nvPr/>
        </p:nvGrpSpPr>
        <p:grpSpPr>
          <a:xfrm>
            <a:off x="35225" y="97518"/>
            <a:ext cx="7701969" cy="5229789"/>
            <a:chOff x="721015" y="242605"/>
            <a:chExt cx="7701969" cy="5229789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2E5B5266-A3C5-6D63-1E0F-1C19AFE4D09A}"/>
                </a:ext>
              </a:extLst>
            </p:cNvPr>
            <p:cNvGrpSpPr/>
            <p:nvPr/>
          </p:nvGrpSpPr>
          <p:grpSpPr>
            <a:xfrm>
              <a:off x="721015" y="242605"/>
              <a:ext cx="7701969" cy="5229789"/>
              <a:chOff x="959755" y="-86289"/>
              <a:chExt cx="7701969" cy="5229789"/>
            </a:xfrm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grpSpPr>
          <p:pic>
            <p:nvPicPr>
              <p:cNvPr id="5" name="Picture 4" descr="A cityscape with mountains in the background&#10;&#10;Description automatically generated">
                <a:extLst>
                  <a:ext uri="{FF2B5EF4-FFF2-40B4-BE49-F238E27FC236}">
                    <a16:creationId xmlns:a16="http://schemas.microsoft.com/office/drawing/2014/main" id="{2D283CCF-02E6-CCD7-190A-FCFA796D034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alphaModFix amt="35000"/>
              </a:blip>
              <a:stretch>
                <a:fillRect/>
              </a:stretch>
            </p:blipFill>
            <p:spPr>
              <a:xfrm>
                <a:off x="1258474" y="244881"/>
                <a:ext cx="7123525" cy="4519627"/>
              </a:xfrm>
              <a:prstGeom prst="rect">
                <a:avLst/>
              </a:prstGeom>
            </p:spPr>
          </p:pic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D518944E-F96C-7D64-B619-793520FE79BC}"/>
                  </a:ext>
                </a:extLst>
              </p:cNvPr>
              <p:cNvGrpSpPr/>
              <p:nvPr/>
            </p:nvGrpSpPr>
            <p:grpSpPr>
              <a:xfrm>
                <a:off x="959755" y="-86289"/>
                <a:ext cx="7701969" cy="5229789"/>
                <a:chOff x="959755" y="-86289"/>
                <a:chExt cx="7701969" cy="5229789"/>
              </a:xfrm>
            </p:grpSpPr>
            <p:sp>
              <p:nvSpPr>
                <p:cNvPr id="19" name="Google Shape;55;p13">
                  <a:extLst>
                    <a:ext uri="{FF2B5EF4-FFF2-40B4-BE49-F238E27FC236}">
                      <a16:creationId xmlns:a16="http://schemas.microsoft.com/office/drawing/2014/main" id="{68FD8F27-8B82-B92E-2929-B355A013F350}"/>
                    </a:ext>
                  </a:extLst>
                </p:cNvPr>
                <p:cNvSpPr txBox="1"/>
                <p:nvPr/>
              </p:nvSpPr>
              <p:spPr>
                <a:xfrm>
                  <a:off x="1416280" y="4507260"/>
                  <a:ext cx="6767965" cy="486108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noAutofit/>
                </a:bodyPr>
                <a:lstStyle/>
                <a:p>
                  <a:pPr algn="ctr">
                    <a:lnSpc>
                      <a:spcPct val="150000"/>
                    </a:lnSpc>
                  </a:pPr>
                  <a:endParaRPr sz="1600" b="1">
                    <a:solidFill>
                      <a:schemeClr val="lt2"/>
                    </a:solidFill>
                  </a:endParaRPr>
                </a:p>
              </p:txBody>
            </p:sp>
            <p:sp>
              <p:nvSpPr>
                <p:cNvPr id="3" name="Freeform: Shape 2">
                  <a:extLst>
                    <a:ext uri="{FF2B5EF4-FFF2-40B4-BE49-F238E27FC236}">
                      <a16:creationId xmlns:a16="http://schemas.microsoft.com/office/drawing/2014/main" id="{81093064-9490-A40D-7DA2-1E946909333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959755" y="-86289"/>
                  <a:ext cx="7701969" cy="5212306"/>
                </a:xfrm>
                <a:custGeom>
                  <a:avLst/>
                  <a:gdLst>
                    <a:gd name="connsiteX0" fmla="*/ 1220884 w 7357475"/>
                    <a:gd name="connsiteY0" fmla="*/ 210805 h 4979170"/>
                    <a:gd name="connsiteX1" fmla="*/ 313611 w 7357475"/>
                    <a:gd name="connsiteY1" fmla="*/ 1118078 h 4979170"/>
                    <a:gd name="connsiteX2" fmla="*/ 313611 w 7357475"/>
                    <a:gd name="connsiteY2" fmla="*/ 3861091 h 4979170"/>
                    <a:gd name="connsiteX3" fmla="*/ 1220884 w 7357475"/>
                    <a:gd name="connsiteY3" fmla="*/ 4768364 h 4979170"/>
                    <a:gd name="connsiteX4" fmla="*/ 6140818 w 7357475"/>
                    <a:gd name="connsiteY4" fmla="*/ 4768364 h 4979170"/>
                    <a:gd name="connsiteX5" fmla="*/ 7048091 w 7357475"/>
                    <a:gd name="connsiteY5" fmla="*/ 3861091 h 4979170"/>
                    <a:gd name="connsiteX6" fmla="*/ 7048091 w 7357475"/>
                    <a:gd name="connsiteY6" fmla="*/ 1118078 h 4979170"/>
                    <a:gd name="connsiteX7" fmla="*/ 6140818 w 7357475"/>
                    <a:gd name="connsiteY7" fmla="*/ 210805 h 4979170"/>
                    <a:gd name="connsiteX8" fmla="*/ 1054887 w 7357475"/>
                    <a:gd name="connsiteY8" fmla="*/ 0 h 4979170"/>
                    <a:gd name="connsiteX9" fmla="*/ 6302588 w 7357475"/>
                    <a:gd name="connsiteY9" fmla="*/ 0 h 4979170"/>
                    <a:gd name="connsiteX10" fmla="*/ 7357475 w 7357475"/>
                    <a:gd name="connsiteY10" fmla="*/ 1054887 h 4979170"/>
                    <a:gd name="connsiteX11" fmla="*/ 7357475 w 7357475"/>
                    <a:gd name="connsiteY11" fmla="*/ 3924283 h 4979170"/>
                    <a:gd name="connsiteX12" fmla="*/ 6302588 w 7357475"/>
                    <a:gd name="connsiteY12" fmla="*/ 4979170 h 4979170"/>
                    <a:gd name="connsiteX13" fmla="*/ 1054887 w 7357475"/>
                    <a:gd name="connsiteY13" fmla="*/ 4979170 h 4979170"/>
                    <a:gd name="connsiteX14" fmla="*/ 0 w 7357475"/>
                    <a:gd name="connsiteY14" fmla="*/ 3924283 h 4979170"/>
                    <a:gd name="connsiteX15" fmla="*/ 0 w 7357475"/>
                    <a:gd name="connsiteY15" fmla="*/ 1054887 h 4979170"/>
                    <a:gd name="connsiteX16" fmla="*/ 1054887 w 7357475"/>
                    <a:gd name="connsiteY16" fmla="*/ 0 h 49791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7357475" h="4979170">
                      <a:moveTo>
                        <a:pt x="1220884" y="210805"/>
                      </a:moveTo>
                      <a:cubicBezTo>
                        <a:pt x="719811" y="210805"/>
                        <a:pt x="313611" y="617005"/>
                        <a:pt x="313611" y="1118078"/>
                      </a:cubicBezTo>
                      <a:lnTo>
                        <a:pt x="313611" y="3861091"/>
                      </a:lnTo>
                      <a:cubicBezTo>
                        <a:pt x="313611" y="4362164"/>
                        <a:pt x="719811" y="4768364"/>
                        <a:pt x="1220884" y="4768364"/>
                      </a:cubicBezTo>
                      <a:lnTo>
                        <a:pt x="6140818" y="4768364"/>
                      </a:lnTo>
                      <a:cubicBezTo>
                        <a:pt x="6641891" y="4768364"/>
                        <a:pt x="7048091" y="4362164"/>
                        <a:pt x="7048091" y="3861091"/>
                      </a:cubicBezTo>
                      <a:lnTo>
                        <a:pt x="7048091" y="1118078"/>
                      </a:lnTo>
                      <a:cubicBezTo>
                        <a:pt x="7048091" y="617005"/>
                        <a:pt x="6641891" y="210805"/>
                        <a:pt x="6140818" y="210805"/>
                      </a:cubicBezTo>
                      <a:close/>
                      <a:moveTo>
                        <a:pt x="1054887" y="0"/>
                      </a:moveTo>
                      <a:lnTo>
                        <a:pt x="6302588" y="0"/>
                      </a:lnTo>
                      <a:cubicBezTo>
                        <a:pt x="6885186" y="0"/>
                        <a:pt x="7357475" y="472289"/>
                        <a:pt x="7357475" y="1054887"/>
                      </a:cubicBezTo>
                      <a:lnTo>
                        <a:pt x="7357475" y="3924283"/>
                      </a:lnTo>
                      <a:cubicBezTo>
                        <a:pt x="7357475" y="4506881"/>
                        <a:pt x="6885186" y="4979170"/>
                        <a:pt x="6302588" y="4979170"/>
                      </a:cubicBezTo>
                      <a:lnTo>
                        <a:pt x="1054887" y="4979170"/>
                      </a:lnTo>
                      <a:cubicBezTo>
                        <a:pt x="472289" y="4979170"/>
                        <a:pt x="0" y="4506881"/>
                        <a:pt x="0" y="3924283"/>
                      </a:cubicBezTo>
                      <a:lnTo>
                        <a:pt x="0" y="1054887"/>
                      </a:lnTo>
                      <a:cubicBezTo>
                        <a:pt x="0" y="472289"/>
                        <a:pt x="472289" y="0"/>
                        <a:pt x="1054887" y="0"/>
                      </a:cubicBezTo>
                      <a:close/>
                    </a:path>
                  </a:pathLst>
                </a:custGeom>
                <a:solidFill>
                  <a:srgbClr val="B3CEFB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6" name="Google Shape;55;p13">
                  <a:extLst>
                    <a:ext uri="{FF2B5EF4-FFF2-40B4-BE49-F238E27FC236}">
                      <a16:creationId xmlns:a16="http://schemas.microsoft.com/office/drawing/2014/main" id="{D0CA0BBD-B3F7-A50F-69F6-632206CD11E4}"/>
                    </a:ext>
                  </a:extLst>
                </p:cNvPr>
                <p:cNvSpPr txBox="1"/>
                <p:nvPr/>
              </p:nvSpPr>
              <p:spPr>
                <a:xfrm>
                  <a:off x="1202640" y="7989"/>
                  <a:ext cx="7426395" cy="1149470"/>
                </a:xfrm>
                <a:custGeom>
                  <a:avLst/>
                  <a:gdLst>
                    <a:gd name="connsiteX0" fmla="*/ 0 w 7296460"/>
                    <a:gd name="connsiteY0" fmla="*/ 0 h 1230999"/>
                    <a:gd name="connsiteX1" fmla="*/ 7296460 w 7296460"/>
                    <a:gd name="connsiteY1" fmla="*/ 0 h 1230999"/>
                    <a:gd name="connsiteX2" fmla="*/ 7296460 w 7296460"/>
                    <a:gd name="connsiteY2" fmla="*/ 1230999 h 1230999"/>
                    <a:gd name="connsiteX3" fmla="*/ 0 w 7296460"/>
                    <a:gd name="connsiteY3" fmla="*/ 1230999 h 1230999"/>
                    <a:gd name="connsiteX4" fmla="*/ 0 w 7296460"/>
                    <a:gd name="connsiteY4" fmla="*/ 0 h 1230999"/>
                    <a:gd name="connsiteX0" fmla="*/ 144780 w 7296460"/>
                    <a:gd name="connsiteY0" fmla="*/ 99060 h 1230999"/>
                    <a:gd name="connsiteX1" fmla="*/ 7296460 w 7296460"/>
                    <a:gd name="connsiteY1" fmla="*/ 0 h 1230999"/>
                    <a:gd name="connsiteX2" fmla="*/ 7296460 w 7296460"/>
                    <a:gd name="connsiteY2" fmla="*/ 1230999 h 1230999"/>
                    <a:gd name="connsiteX3" fmla="*/ 0 w 7296460"/>
                    <a:gd name="connsiteY3" fmla="*/ 1230999 h 1230999"/>
                    <a:gd name="connsiteX4" fmla="*/ 144780 w 7296460"/>
                    <a:gd name="connsiteY4" fmla="*/ 99060 h 1230999"/>
                    <a:gd name="connsiteX0" fmla="*/ 144780 w 7347260"/>
                    <a:gd name="connsiteY0" fmla="*/ 99060 h 1230999"/>
                    <a:gd name="connsiteX1" fmla="*/ 7296460 w 7347260"/>
                    <a:gd name="connsiteY1" fmla="*/ 0 h 1230999"/>
                    <a:gd name="connsiteX2" fmla="*/ 7296460 w 7347260"/>
                    <a:gd name="connsiteY2" fmla="*/ 1230999 h 1230999"/>
                    <a:gd name="connsiteX3" fmla="*/ 0 w 7347260"/>
                    <a:gd name="connsiteY3" fmla="*/ 1230999 h 1230999"/>
                    <a:gd name="connsiteX4" fmla="*/ 144780 w 7347260"/>
                    <a:gd name="connsiteY4" fmla="*/ 99060 h 1230999"/>
                    <a:gd name="connsiteX0" fmla="*/ 144780 w 7347260"/>
                    <a:gd name="connsiteY0" fmla="*/ 125755 h 1257694"/>
                    <a:gd name="connsiteX1" fmla="*/ 804220 w 7347260"/>
                    <a:gd name="connsiteY1" fmla="*/ 0 h 1257694"/>
                    <a:gd name="connsiteX2" fmla="*/ 7296460 w 7347260"/>
                    <a:gd name="connsiteY2" fmla="*/ 26695 h 1257694"/>
                    <a:gd name="connsiteX3" fmla="*/ 7296460 w 7347260"/>
                    <a:gd name="connsiteY3" fmla="*/ 1257694 h 1257694"/>
                    <a:gd name="connsiteX4" fmla="*/ 0 w 7347260"/>
                    <a:gd name="connsiteY4" fmla="*/ 1257694 h 1257694"/>
                    <a:gd name="connsiteX5" fmla="*/ 144780 w 7347260"/>
                    <a:gd name="connsiteY5" fmla="*/ 125755 h 1257694"/>
                    <a:gd name="connsiteX0" fmla="*/ 144780 w 7347260"/>
                    <a:gd name="connsiteY0" fmla="*/ 144484 h 1276423"/>
                    <a:gd name="connsiteX1" fmla="*/ 804220 w 7347260"/>
                    <a:gd name="connsiteY1" fmla="*/ 18729 h 1276423"/>
                    <a:gd name="connsiteX2" fmla="*/ 7296460 w 7347260"/>
                    <a:gd name="connsiteY2" fmla="*/ 45424 h 1276423"/>
                    <a:gd name="connsiteX3" fmla="*/ 7296460 w 7347260"/>
                    <a:gd name="connsiteY3" fmla="*/ 1276423 h 1276423"/>
                    <a:gd name="connsiteX4" fmla="*/ 0 w 7347260"/>
                    <a:gd name="connsiteY4" fmla="*/ 1276423 h 1276423"/>
                    <a:gd name="connsiteX5" fmla="*/ 144780 w 7347260"/>
                    <a:gd name="connsiteY5" fmla="*/ 144484 h 1276423"/>
                    <a:gd name="connsiteX0" fmla="*/ 144780 w 7347260"/>
                    <a:gd name="connsiteY0" fmla="*/ 194608 h 1326547"/>
                    <a:gd name="connsiteX1" fmla="*/ 926140 w 7347260"/>
                    <a:gd name="connsiteY1" fmla="*/ 15513 h 1326547"/>
                    <a:gd name="connsiteX2" fmla="*/ 7296460 w 7347260"/>
                    <a:gd name="connsiteY2" fmla="*/ 95548 h 1326547"/>
                    <a:gd name="connsiteX3" fmla="*/ 7296460 w 7347260"/>
                    <a:gd name="connsiteY3" fmla="*/ 1326547 h 1326547"/>
                    <a:gd name="connsiteX4" fmla="*/ 0 w 7347260"/>
                    <a:gd name="connsiteY4" fmla="*/ 1326547 h 1326547"/>
                    <a:gd name="connsiteX5" fmla="*/ 144780 w 7347260"/>
                    <a:gd name="connsiteY5" fmla="*/ 194608 h 1326547"/>
                    <a:gd name="connsiteX0" fmla="*/ 198120 w 7347260"/>
                    <a:gd name="connsiteY0" fmla="*/ 223701 h 1325160"/>
                    <a:gd name="connsiteX1" fmla="*/ 926140 w 7347260"/>
                    <a:gd name="connsiteY1" fmla="*/ 14126 h 1325160"/>
                    <a:gd name="connsiteX2" fmla="*/ 7296460 w 7347260"/>
                    <a:gd name="connsiteY2" fmla="*/ 94161 h 1325160"/>
                    <a:gd name="connsiteX3" fmla="*/ 7296460 w 7347260"/>
                    <a:gd name="connsiteY3" fmla="*/ 1325160 h 1325160"/>
                    <a:gd name="connsiteX4" fmla="*/ 0 w 7347260"/>
                    <a:gd name="connsiteY4" fmla="*/ 1325160 h 1325160"/>
                    <a:gd name="connsiteX5" fmla="*/ 198120 w 7347260"/>
                    <a:gd name="connsiteY5" fmla="*/ 223701 h 1325160"/>
                    <a:gd name="connsiteX0" fmla="*/ 266700 w 7415840"/>
                    <a:gd name="connsiteY0" fmla="*/ 223701 h 1325160"/>
                    <a:gd name="connsiteX1" fmla="*/ 994720 w 7415840"/>
                    <a:gd name="connsiteY1" fmla="*/ 14126 h 1325160"/>
                    <a:gd name="connsiteX2" fmla="*/ 7365040 w 7415840"/>
                    <a:gd name="connsiteY2" fmla="*/ 94161 h 1325160"/>
                    <a:gd name="connsiteX3" fmla="*/ 7365040 w 7415840"/>
                    <a:gd name="connsiteY3" fmla="*/ 1325160 h 1325160"/>
                    <a:gd name="connsiteX4" fmla="*/ 0 w 7415840"/>
                    <a:gd name="connsiteY4" fmla="*/ 1248960 h 1325160"/>
                    <a:gd name="connsiteX5" fmla="*/ 266700 w 7415840"/>
                    <a:gd name="connsiteY5" fmla="*/ 223701 h 1325160"/>
                    <a:gd name="connsiteX0" fmla="*/ 267095 w 7416235"/>
                    <a:gd name="connsiteY0" fmla="*/ 223701 h 1325160"/>
                    <a:gd name="connsiteX1" fmla="*/ 995115 w 7416235"/>
                    <a:gd name="connsiteY1" fmla="*/ 14126 h 1325160"/>
                    <a:gd name="connsiteX2" fmla="*/ 7365435 w 7416235"/>
                    <a:gd name="connsiteY2" fmla="*/ 94161 h 1325160"/>
                    <a:gd name="connsiteX3" fmla="*/ 7365435 w 7416235"/>
                    <a:gd name="connsiteY3" fmla="*/ 1325160 h 1325160"/>
                    <a:gd name="connsiteX4" fmla="*/ 395 w 7416235"/>
                    <a:gd name="connsiteY4" fmla="*/ 1248960 h 1325160"/>
                    <a:gd name="connsiteX5" fmla="*/ 267095 w 7416235"/>
                    <a:gd name="connsiteY5" fmla="*/ 223701 h 1325160"/>
                    <a:gd name="connsiteX0" fmla="*/ 267095 w 7365435"/>
                    <a:gd name="connsiteY0" fmla="*/ 223701 h 1325160"/>
                    <a:gd name="connsiteX1" fmla="*/ 995115 w 7365435"/>
                    <a:gd name="connsiteY1" fmla="*/ 14126 h 1325160"/>
                    <a:gd name="connsiteX2" fmla="*/ 7243515 w 7365435"/>
                    <a:gd name="connsiteY2" fmla="*/ 117021 h 1325160"/>
                    <a:gd name="connsiteX3" fmla="*/ 7365435 w 7365435"/>
                    <a:gd name="connsiteY3" fmla="*/ 1325160 h 1325160"/>
                    <a:gd name="connsiteX4" fmla="*/ 395 w 7365435"/>
                    <a:gd name="connsiteY4" fmla="*/ 1248960 h 1325160"/>
                    <a:gd name="connsiteX5" fmla="*/ 267095 w 7365435"/>
                    <a:gd name="connsiteY5" fmla="*/ 223701 h 1325160"/>
                    <a:gd name="connsiteX0" fmla="*/ 267095 w 7373071"/>
                    <a:gd name="connsiteY0" fmla="*/ 223701 h 1325160"/>
                    <a:gd name="connsiteX1" fmla="*/ 995115 w 7373071"/>
                    <a:gd name="connsiteY1" fmla="*/ 14126 h 1325160"/>
                    <a:gd name="connsiteX2" fmla="*/ 7243515 w 7373071"/>
                    <a:gd name="connsiteY2" fmla="*/ 117021 h 1325160"/>
                    <a:gd name="connsiteX3" fmla="*/ 7365435 w 7373071"/>
                    <a:gd name="connsiteY3" fmla="*/ 1325160 h 1325160"/>
                    <a:gd name="connsiteX4" fmla="*/ 395 w 7373071"/>
                    <a:gd name="connsiteY4" fmla="*/ 1248960 h 1325160"/>
                    <a:gd name="connsiteX5" fmla="*/ 267095 w 7373071"/>
                    <a:gd name="connsiteY5" fmla="*/ 223701 h 1325160"/>
                    <a:gd name="connsiteX0" fmla="*/ 267095 w 7365435"/>
                    <a:gd name="connsiteY0" fmla="*/ 223701 h 1325160"/>
                    <a:gd name="connsiteX1" fmla="*/ 995115 w 7365435"/>
                    <a:gd name="connsiteY1" fmla="*/ 14126 h 1325160"/>
                    <a:gd name="connsiteX2" fmla="*/ 7136835 w 7365435"/>
                    <a:gd name="connsiteY2" fmla="*/ 117021 h 1325160"/>
                    <a:gd name="connsiteX3" fmla="*/ 7365435 w 7365435"/>
                    <a:gd name="connsiteY3" fmla="*/ 1325160 h 1325160"/>
                    <a:gd name="connsiteX4" fmla="*/ 395 w 7365435"/>
                    <a:gd name="connsiteY4" fmla="*/ 1248960 h 1325160"/>
                    <a:gd name="connsiteX5" fmla="*/ 267095 w 7365435"/>
                    <a:gd name="connsiteY5" fmla="*/ 223701 h 1325160"/>
                    <a:gd name="connsiteX0" fmla="*/ 267095 w 7426395"/>
                    <a:gd name="connsiteY0" fmla="*/ 223701 h 1348020"/>
                    <a:gd name="connsiteX1" fmla="*/ 995115 w 7426395"/>
                    <a:gd name="connsiteY1" fmla="*/ 14126 h 1348020"/>
                    <a:gd name="connsiteX2" fmla="*/ 7136835 w 7426395"/>
                    <a:gd name="connsiteY2" fmla="*/ 117021 h 1348020"/>
                    <a:gd name="connsiteX3" fmla="*/ 7426395 w 7426395"/>
                    <a:gd name="connsiteY3" fmla="*/ 1348020 h 1348020"/>
                    <a:gd name="connsiteX4" fmla="*/ 395 w 7426395"/>
                    <a:gd name="connsiteY4" fmla="*/ 1248960 h 1348020"/>
                    <a:gd name="connsiteX5" fmla="*/ 267095 w 7426395"/>
                    <a:gd name="connsiteY5" fmla="*/ 223701 h 1348020"/>
                    <a:gd name="connsiteX0" fmla="*/ 267095 w 7426395"/>
                    <a:gd name="connsiteY0" fmla="*/ 223701 h 1348020"/>
                    <a:gd name="connsiteX1" fmla="*/ 995115 w 7426395"/>
                    <a:gd name="connsiteY1" fmla="*/ 14126 h 1348020"/>
                    <a:gd name="connsiteX2" fmla="*/ 7136835 w 7426395"/>
                    <a:gd name="connsiteY2" fmla="*/ 117021 h 1348020"/>
                    <a:gd name="connsiteX3" fmla="*/ 7426395 w 7426395"/>
                    <a:gd name="connsiteY3" fmla="*/ 1348020 h 1348020"/>
                    <a:gd name="connsiteX4" fmla="*/ 395 w 7426395"/>
                    <a:gd name="connsiteY4" fmla="*/ 1248960 h 1348020"/>
                    <a:gd name="connsiteX5" fmla="*/ 267095 w 7426395"/>
                    <a:gd name="connsiteY5" fmla="*/ 223701 h 13480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7426395" h="1348020">
                      <a:moveTo>
                        <a:pt x="267095" y="223701"/>
                      </a:moveTo>
                      <a:cubicBezTo>
                        <a:pt x="469128" y="219883"/>
                        <a:pt x="800702" y="-65876"/>
                        <a:pt x="995115" y="14126"/>
                      </a:cubicBezTo>
                      <a:lnTo>
                        <a:pt x="7136835" y="117021"/>
                      </a:lnTo>
                      <a:cubicBezTo>
                        <a:pt x="7312095" y="603554"/>
                        <a:pt x="7380675" y="549067"/>
                        <a:pt x="7426395" y="1348020"/>
                      </a:cubicBezTo>
                      <a:lnTo>
                        <a:pt x="395" y="1248960"/>
                      </a:lnTo>
                      <a:cubicBezTo>
                        <a:pt x="-9765" y="556687"/>
                        <a:pt x="178195" y="565454"/>
                        <a:pt x="267095" y="223701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70000">
                      <a:srgbClr val="B3CEFB"/>
                    </a:gs>
                    <a:gs pos="23000">
                      <a:srgbClr val="B3CEFB"/>
                    </a:gs>
                    <a:gs pos="0">
                      <a:srgbClr val="B3CEFB"/>
                    </a:gs>
                    <a:gs pos="97000">
                      <a:srgbClr val="B3CEFB">
                        <a:alpha val="41000"/>
                      </a:srgbClr>
                    </a:gs>
                  </a:gsLst>
                  <a:lin ang="5400000" scaled="1"/>
                  <a:tileRect/>
                </a:gradFill>
                <a:ln>
                  <a:noFill/>
                </a:ln>
                <a:effectLst>
                  <a:softEdge rad="63500"/>
                </a:effectLst>
              </p:spPr>
              <p:txBody>
                <a:bodyPr spcFirstLastPara="1" wrap="square" lIns="91425" tIns="91425" rIns="91425" bIns="91425" anchor="t" anchorCtr="0">
                  <a:noAutofit/>
                </a:bodyPr>
                <a:lstStyle/>
                <a:p>
                  <a:pPr algn="ctr">
                    <a:lnSpc>
                      <a:spcPct val="150000"/>
                    </a:lnSpc>
                  </a:pPr>
                  <a:endParaRPr sz="1500" b="1">
                    <a:solidFill>
                      <a:schemeClr val="lt2"/>
                    </a:solidFill>
                  </a:endParaRPr>
                </a:p>
              </p:txBody>
            </p:sp>
            <p:sp>
              <p:nvSpPr>
                <p:cNvPr id="55" name="Google Shape;55;p13"/>
                <p:cNvSpPr txBox="1"/>
                <p:nvPr/>
              </p:nvSpPr>
              <p:spPr>
                <a:xfrm>
                  <a:off x="1918229" y="-47852"/>
                  <a:ext cx="6148247" cy="1014911"/>
                </a:xfrm>
                <a:prstGeom prst="rect">
                  <a:avLst/>
                </a:prstGeom>
                <a:gradFill flip="none" rotWithShape="1">
                  <a:gsLst>
                    <a:gs pos="70000">
                      <a:srgbClr val="B3CEFB"/>
                    </a:gs>
                    <a:gs pos="23000">
                      <a:srgbClr val="B3CEFB"/>
                    </a:gs>
                    <a:gs pos="0">
                      <a:srgbClr val="B3CEFB"/>
                    </a:gs>
                    <a:gs pos="97000">
                      <a:srgbClr val="B3CEFB">
                        <a:alpha val="41000"/>
                      </a:srgbClr>
                    </a:gs>
                  </a:gsLst>
                  <a:lin ang="5400000" scaled="1"/>
                  <a:tileRect/>
                </a:gradFill>
                <a:ln>
                  <a:noFill/>
                </a:ln>
                <a:effectLst>
                  <a:softEdge rad="63500"/>
                </a:effectLst>
              </p:spPr>
              <p:txBody>
                <a:bodyPr spcFirstLastPara="1" wrap="square" lIns="91425" tIns="91425" rIns="91425" bIns="91425" anchor="t" anchorCtr="0">
                  <a:noAutofit/>
                </a:bodyPr>
                <a:lstStyle/>
                <a:p>
                  <a:pPr lvl="0" algn="ctr"/>
                  <a:r>
                    <a:rPr lang="en" sz="2000" b="1" dirty="0">
                      <a:solidFill>
                        <a:srgbClr val="FF5050"/>
                      </a:solidFill>
                      <a:effectLst>
                        <a:outerShdw blurRad="50800" dist="38100" dir="5400000" algn="t" rotWithShape="0">
                          <a:prstClr val="black">
                            <a:alpha val="40000"/>
                          </a:prstClr>
                        </a:outerShdw>
                      </a:effectLst>
                      <a:latin typeface="Univers Condensed" panose="020B0506020202050204" pitchFamily="34" charset="0"/>
                    </a:rPr>
                    <a:t>EVGEN 2026</a:t>
                  </a:r>
                  <a:r>
                    <a:rPr lang="en" sz="2000" b="1" dirty="0">
                      <a:solidFill>
                        <a:srgbClr val="FF5050"/>
                      </a:solidFill>
                      <a:effectLst>
                        <a:innerShdw blurRad="114300">
                          <a:prstClr val="black"/>
                        </a:innerShdw>
                      </a:effectLst>
                      <a:latin typeface="Univers Condensed" panose="020B0506020202050204" pitchFamily="34" charset="0"/>
                    </a:rPr>
                    <a:t>: </a:t>
                  </a:r>
                  <a:r>
                    <a:rPr lang="en" sz="2000" b="1" dirty="0">
                      <a:solidFill>
                        <a:srgbClr val="002060"/>
                      </a:solidFill>
                      <a:effectLst>
                        <a:innerShdw blurRad="114300">
                          <a:prstClr val="black"/>
                        </a:innerShdw>
                      </a:effectLst>
                      <a:latin typeface="Univers Condensed" panose="020B0506020202050204" pitchFamily="34" charset="0"/>
                    </a:rPr>
                    <a:t>The 2</a:t>
                  </a:r>
                  <a:r>
                    <a:rPr lang="en" sz="2000" b="1" baseline="30000" dirty="0">
                      <a:solidFill>
                        <a:srgbClr val="002060"/>
                      </a:solidFill>
                      <a:effectLst>
                        <a:innerShdw blurRad="114300">
                          <a:prstClr val="black"/>
                        </a:innerShdw>
                      </a:effectLst>
                      <a:latin typeface="Univers Condensed" panose="020B0506020202050204" pitchFamily="34" charset="0"/>
                    </a:rPr>
                    <a:t>nd</a:t>
                  </a:r>
                  <a:r>
                    <a:rPr lang="en" sz="2000" b="1" dirty="0">
                      <a:solidFill>
                        <a:srgbClr val="002060"/>
                      </a:solidFill>
                      <a:effectLst>
                        <a:innerShdw blurRad="114300">
                          <a:prstClr val="black"/>
                        </a:innerShdw>
                      </a:effectLst>
                      <a:latin typeface="Univers Condensed" panose="020B0506020202050204" pitchFamily="34" charset="0"/>
                    </a:rPr>
                    <a:t> Workshop on </a:t>
                  </a:r>
                </a:p>
                <a:p>
                  <a:pPr algn="ctr"/>
                  <a:r>
                    <a:rPr lang="en" sz="2000" b="1" dirty="0">
                      <a:solidFill>
                        <a:srgbClr val="002060"/>
                      </a:solidFill>
                      <a:effectLst>
                        <a:innerShdw blurRad="114300">
                          <a:prstClr val="black"/>
                        </a:innerShdw>
                      </a:effectLst>
                      <a:latin typeface="Univers Condensed" panose="020B0506020202050204" pitchFamily="34" charset="0"/>
                    </a:rPr>
                    <a:t>“Event-based Vision in the Era of Generative AI”: Transforming Perception and Visual Innovation</a:t>
                  </a:r>
                  <a:endParaRPr sz="2000" b="1" dirty="0">
                    <a:solidFill>
                      <a:srgbClr val="002060"/>
                    </a:solidFill>
                    <a:effectLst>
                      <a:innerShdw blurRad="114300">
                        <a:prstClr val="black"/>
                      </a:innerShdw>
                    </a:effectLst>
                    <a:latin typeface="Univers Condensed" panose="020B0506020202050204" pitchFamily="34" charset="0"/>
                  </a:endParaRPr>
                </a:p>
              </p:txBody>
            </p:sp>
            <p:pic>
              <p:nvPicPr>
                <p:cNvPr id="13" name="Picture 12">
                  <a:extLst>
                    <a:ext uri="{FF2B5EF4-FFF2-40B4-BE49-F238E27FC236}">
                      <a16:creationId xmlns:a16="http://schemas.microsoft.com/office/drawing/2014/main" id="{6C60AAF9-F297-743C-3352-0A3B0426AB5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rcRect/>
                <a:stretch/>
              </p:blipFill>
              <p:spPr>
                <a:xfrm>
                  <a:off x="3981339" y="4508400"/>
                  <a:ext cx="1868995" cy="572654"/>
                </a:xfrm>
                <a:prstGeom prst="rect">
                  <a:avLst/>
                </a:prstGeom>
              </p:spPr>
            </p:pic>
            <p:grpSp>
              <p:nvGrpSpPr>
                <p:cNvPr id="20" name="Group 19">
                  <a:extLst>
                    <a:ext uri="{FF2B5EF4-FFF2-40B4-BE49-F238E27FC236}">
                      <a16:creationId xmlns:a16="http://schemas.microsoft.com/office/drawing/2014/main" id="{AAE80CEA-FD27-779D-4829-B8644539A4B2}"/>
                    </a:ext>
                  </a:extLst>
                </p:cNvPr>
                <p:cNvGrpSpPr/>
                <p:nvPr/>
              </p:nvGrpSpPr>
              <p:grpSpPr>
                <a:xfrm>
                  <a:off x="982615" y="435281"/>
                  <a:ext cx="1472997" cy="4666466"/>
                  <a:chOff x="982615" y="458141"/>
                  <a:chExt cx="1472997" cy="4666466"/>
                </a:xfrm>
              </p:grpSpPr>
              <p:grpSp>
                <p:nvGrpSpPr>
                  <p:cNvPr id="15" name="Group 14">
                    <a:extLst>
                      <a:ext uri="{FF2B5EF4-FFF2-40B4-BE49-F238E27FC236}">
                        <a16:creationId xmlns:a16="http://schemas.microsoft.com/office/drawing/2014/main" id="{1AEBB532-50E4-1676-A661-86951EB1318C}"/>
                      </a:ext>
                    </a:extLst>
                  </p:cNvPr>
                  <p:cNvGrpSpPr/>
                  <p:nvPr/>
                </p:nvGrpSpPr>
                <p:grpSpPr>
                  <a:xfrm>
                    <a:off x="1618627" y="1934054"/>
                    <a:ext cx="836985" cy="2092227"/>
                    <a:chOff x="1262508" y="1552164"/>
                    <a:chExt cx="831072" cy="1807966"/>
                  </a:xfrm>
                </p:grpSpPr>
                <p:sp>
                  <p:nvSpPr>
                    <p:cNvPr id="10" name="Rectangle: Rounded Corners 9">
                      <a:extLst>
                        <a:ext uri="{FF2B5EF4-FFF2-40B4-BE49-F238E27FC236}">
                          <a16:creationId xmlns:a16="http://schemas.microsoft.com/office/drawing/2014/main" id="{5AAC981C-CAEF-8B99-4630-1660832D8F59}"/>
                        </a:ext>
                      </a:extLst>
                    </p:cNvPr>
                    <p:cNvSpPr/>
                    <p:nvPr/>
                  </p:nvSpPr>
                  <p:spPr>
                    <a:xfrm rot="3331528">
                      <a:off x="1484948" y="2751499"/>
                      <a:ext cx="386191" cy="831072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/>
                    </a:p>
                  </p:txBody>
                </p:sp>
                <p:sp>
                  <p:nvSpPr>
                    <p:cNvPr id="11" name="Rectangle: Rounded Corners 10">
                      <a:extLst>
                        <a:ext uri="{FF2B5EF4-FFF2-40B4-BE49-F238E27FC236}">
                          <a16:creationId xmlns:a16="http://schemas.microsoft.com/office/drawing/2014/main" id="{1DA2ABD9-E1DA-5173-D12E-BBF2CBDBF1F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45199" y="1552164"/>
                      <a:ext cx="328686" cy="1614871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/>
                    </a:p>
                  </p:txBody>
                </p:sp>
              </p:grpSp>
              <p:grpSp>
                <p:nvGrpSpPr>
                  <p:cNvPr id="14" name="Group 13">
                    <a:extLst>
                      <a:ext uri="{FF2B5EF4-FFF2-40B4-BE49-F238E27FC236}">
                        <a16:creationId xmlns:a16="http://schemas.microsoft.com/office/drawing/2014/main" id="{AB0168B4-B5EC-023E-8795-19F5EED4BCC5}"/>
                      </a:ext>
                    </a:extLst>
                  </p:cNvPr>
                  <p:cNvGrpSpPr/>
                  <p:nvPr/>
                </p:nvGrpSpPr>
                <p:grpSpPr>
                  <a:xfrm>
                    <a:off x="982615" y="793686"/>
                    <a:ext cx="645393" cy="2126528"/>
                    <a:chOff x="630990" y="566732"/>
                    <a:chExt cx="640833" cy="1837607"/>
                  </a:xfrm>
                </p:grpSpPr>
                <p:sp>
                  <p:nvSpPr>
                    <p:cNvPr id="8" name="Rectangle: Rounded Corners 7">
                      <a:extLst>
                        <a:ext uri="{FF2B5EF4-FFF2-40B4-BE49-F238E27FC236}">
                          <a16:creationId xmlns:a16="http://schemas.microsoft.com/office/drawing/2014/main" id="{18CEBBEF-72CB-1F82-FA6E-0811583BB7CD}"/>
                        </a:ext>
                      </a:extLst>
                    </p:cNvPr>
                    <p:cNvSpPr/>
                    <p:nvPr/>
                  </p:nvSpPr>
                  <p:spPr>
                    <a:xfrm rot="18268472" flipH="1">
                      <a:off x="789739" y="1922254"/>
                      <a:ext cx="323336" cy="640833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/>
                    </a:p>
                  </p:txBody>
                </p:sp>
                <p:sp>
                  <p:nvSpPr>
                    <p:cNvPr id="9" name="Rectangle: Rounded Corners 8">
                      <a:extLst>
                        <a:ext uri="{FF2B5EF4-FFF2-40B4-BE49-F238E27FC236}">
                          <a16:creationId xmlns:a16="http://schemas.microsoft.com/office/drawing/2014/main" id="{DB239E47-75DA-1052-8C46-C244E5E6A4D3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650524" y="566732"/>
                      <a:ext cx="301059" cy="1713806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chemeClr val="accent5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/>
                    </a:p>
                  </p:txBody>
                </p:sp>
              </p:grpSp>
              <p:sp>
                <p:nvSpPr>
                  <p:cNvPr id="17" name="Freeform: Shape 16">
                    <a:extLst>
                      <a:ext uri="{FF2B5EF4-FFF2-40B4-BE49-F238E27FC236}">
                        <a16:creationId xmlns:a16="http://schemas.microsoft.com/office/drawing/2014/main" id="{5A13CF75-903E-B806-DFF2-361CD607FADA}"/>
                      </a:ext>
                    </a:extLst>
                  </p:cNvPr>
                  <p:cNvSpPr/>
                  <p:nvPr/>
                </p:nvSpPr>
                <p:spPr>
                  <a:xfrm>
                    <a:off x="1439140" y="458141"/>
                    <a:ext cx="459416" cy="4666466"/>
                  </a:xfrm>
                  <a:custGeom>
                    <a:avLst/>
                    <a:gdLst>
                      <a:gd name="connsiteX0" fmla="*/ 229708 w 459416"/>
                      <a:gd name="connsiteY0" fmla="*/ 0 h 4666466"/>
                      <a:gd name="connsiteX1" fmla="*/ 459416 w 459416"/>
                      <a:gd name="connsiteY1" fmla="*/ 229708 h 4666466"/>
                      <a:gd name="connsiteX2" fmla="*/ 459415 w 459416"/>
                      <a:gd name="connsiteY2" fmla="*/ 4666466 h 4666466"/>
                      <a:gd name="connsiteX3" fmla="*/ 278359 w 459416"/>
                      <a:gd name="connsiteY3" fmla="*/ 4648214 h 4666466"/>
                      <a:gd name="connsiteX4" fmla="*/ 96690 w 459416"/>
                      <a:gd name="connsiteY4" fmla="*/ 4591821 h 4666466"/>
                      <a:gd name="connsiteX5" fmla="*/ 0 w 459416"/>
                      <a:gd name="connsiteY5" fmla="*/ 4539339 h 4666466"/>
                      <a:gd name="connsiteX6" fmla="*/ 0 w 459416"/>
                      <a:gd name="connsiteY6" fmla="*/ 229708 h 4666466"/>
                      <a:gd name="connsiteX7" fmla="*/ 229708 w 459416"/>
                      <a:gd name="connsiteY7" fmla="*/ 0 h 46664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459416" h="4666466">
                        <a:moveTo>
                          <a:pt x="229708" y="0"/>
                        </a:moveTo>
                        <a:cubicBezTo>
                          <a:pt x="356572" y="0"/>
                          <a:pt x="459416" y="102844"/>
                          <a:pt x="459416" y="229708"/>
                        </a:cubicBezTo>
                        <a:lnTo>
                          <a:pt x="459415" y="4666466"/>
                        </a:lnTo>
                        <a:lnTo>
                          <a:pt x="278359" y="4648214"/>
                        </a:lnTo>
                        <a:cubicBezTo>
                          <a:pt x="215356" y="4635322"/>
                          <a:pt x="154584" y="4616308"/>
                          <a:pt x="96690" y="4591821"/>
                        </a:cubicBezTo>
                        <a:lnTo>
                          <a:pt x="0" y="4539339"/>
                        </a:lnTo>
                        <a:lnTo>
                          <a:pt x="0" y="229708"/>
                        </a:lnTo>
                        <a:cubicBezTo>
                          <a:pt x="0" y="102844"/>
                          <a:pt x="102844" y="0"/>
                          <a:pt x="229708" y="0"/>
                        </a:cubicBezTo>
                        <a:close/>
                      </a:path>
                    </a:pathLst>
                  </a:custGeom>
                  <a:solidFill>
                    <a:srgbClr val="0097A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>
                    <a:noAutofit/>
                  </a:bodyPr>
                  <a:lstStyle/>
                  <a:p>
                    <a:pPr algn="ctr"/>
                    <a:endParaRPr lang="en-IN"/>
                  </a:p>
                </p:txBody>
              </p:sp>
            </p:grpSp>
            <p:sp>
              <p:nvSpPr>
                <p:cNvPr id="4" name="Rectangle: Rounded Corners 3">
                  <a:extLst>
                    <a:ext uri="{FF2B5EF4-FFF2-40B4-BE49-F238E27FC236}">
                      <a16:creationId xmlns:a16="http://schemas.microsoft.com/office/drawing/2014/main" id="{4351F720-DE87-0EE9-67E9-93EA3A18998A}"/>
                    </a:ext>
                  </a:extLst>
                </p:cNvPr>
                <p:cNvSpPr/>
                <p:nvPr/>
              </p:nvSpPr>
              <p:spPr>
                <a:xfrm>
                  <a:off x="979428" y="-86289"/>
                  <a:ext cx="7682296" cy="5229789"/>
                </a:xfrm>
                <a:prstGeom prst="roundRect">
                  <a:avLst>
                    <a:gd name="adj" fmla="val 20310"/>
                  </a:avLst>
                </a:prstGeom>
                <a:noFill/>
                <a:ln w="57150">
                  <a:solidFill>
                    <a:srgbClr val="0F75BC"/>
                  </a:solidFill>
                </a:ln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</p:grp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0090962F-5140-EBE6-965C-8057C14482E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7317344" y="535941"/>
              <a:ext cx="710744" cy="722928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5E92B06D-75CA-DB59-35CE-0AAAED231A94}"/>
                </a:ext>
              </a:extLst>
            </p:cNvPr>
            <p:cNvSpPr txBox="1"/>
            <p:nvPr/>
          </p:nvSpPr>
          <p:spPr>
            <a:xfrm>
              <a:off x="4397600" y="1287946"/>
              <a:ext cx="1177421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7030A0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Univers Condensed" panose="020B0506020202050204" pitchFamily="34" charset="0"/>
                </a:rPr>
                <a:t>Speakers</a:t>
              </a:r>
            </a:p>
          </p:txBody>
        </p: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9B62B4C7-752D-E91B-B347-EA8836CF1763}"/>
                </a:ext>
              </a:extLst>
            </p:cNvPr>
            <p:cNvGrpSpPr/>
            <p:nvPr/>
          </p:nvGrpSpPr>
          <p:grpSpPr>
            <a:xfrm>
              <a:off x="4174603" y="1686408"/>
              <a:ext cx="1695590" cy="1537635"/>
              <a:chOff x="3724205" y="1686408"/>
              <a:chExt cx="1695590" cy="1537635"/>
            </a:xfrm>
          </p:grpSpPr>
          <p:sp>
            <p:nvSpPr>
              <p:cNvPr id="12" name="Flowchart: Connector 11">
                <a:extLst>
                  <a:ext uri="{FF2B5EF4-FFF2-40B4-BE49-F238E27FC236}">
                    <a16:creationId xmlns:a16="http://schemas.microsoft.com/office/drawing/2014/main" id="{BFD52ED9-C00B-26FE-1747-D35FC31A07C5}"/>
                  </a:ext>
                </a:extLst>
              </p:cNvPr>
              <p:cNvSpPr/>
              <p:nvPr/>
            </p:nvSpPr>
            <p:spPr>
              <a:xfrm>
                <a:off x="4071230" y="1686408"/>
                <a:ext cx="981389" cy="934107"/>
              </a:xfrm>
              <a:prstGeom prst="flowChartConnector">
                <a:avLst/>
              </a:prstGeom>
              <a:blipFill>
                <a:blip r:embed="rId6"/>
                <a:stretch>
                  <a:fillRect/>
                </a:stretch>
              </a:blipFill>
              <a:ln w="6350"/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991CE1F-A022-F62C-94F0-66B621E3ECCD}"/>
                  </a:ext>
                </a:extLst>
              </p:cNvPr>
              <p:cNvSpPr txBox="1"/>
              <p:nvPr/>
            </p:nvSpPr>
            <p:spPr>
              <a:xfrm>
                <a:off x="3724205" y="2570018"/>
                <a:ext cx="1695590" cy="6540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ts val="1500"/>
                  </a:lnSpc>
                </a:pPr>
                <a:r>
                  <a:rPr lang="en-US" sz="1200" b="1" dirty="0">
                    <a:solidFill>
                      <a:srgbClr val="002060"/>
                    </a:solidFill>
                    <a:effectLst>
                      <a:innerShdw blurRad="114300">
                        <a:prstClr val="black"/>
                      </a:innerShdw>
                    </a:effectLst>
                    <a:latin typeface="Univers Condensed" panose="020B0506020202050204" pitchFamily="34" charset="0"/>
                    <a:hlinkClick r:id="rId7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Tejas Gokhale</a:t>
                </a:r>
                <a:endParaRPr lang="en-US" sz="1200" b="1" dirty="0">
                  <a:solidFill>
                    <a:srgbClr val="002060"/>
                  </a:solidFill>
                  <a:effectLst>
                    <a:innerShdw blurRad="114300">
                      <a:prstClr val="black"/>
                    </a:innerShdw>
                  </a:effectLst>
                  <a:latin typeface="Univers Condensed" panose="020B0506020202050204" pitchFamily="34" charset="0"/>
                </a:endParaRPr>
              </a:p>
              <a:p>
                <a:pPr algn="ctr">
                  <a:buNone/>
                </a:pPr>
                <a:r>
                  <a:rPr lang="en-US" sz="1200" b="1" dirty="0">
                    <a:solidFill>
                      <a:schemeClr val="tx1"/>
                    </a:solidFill>
                    <a:effectLst>
                      <a:innerShdw blurRad="114300">
                        <a:prstClr val="black"/>
                      </a:innerShdw>
                    </a:effectLst>
                    <a:latin typeface="Univers Condensed" panose="020B0506020202050204" pitchFamily="34" charset="0"/>
                  </a:rPr>
                  <a:t>University of Maryland, Baltimore County</a:t>
                </a:r>
              </a:p>
            </p:txBody>
          </p:sp>
        </p:grp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46027878-7284-B5F4-3187-0D1B49AB3C37}"/>
                </a:ext>
              </a:extLst>
            </p:cNvPr>
            <p:cNvSpPr txBox="1"/>
            <p:nvPr/>
          </p:nvSpPr>
          <p:spPr>
            <a:xfrm>
              <a:off x="1582808" y="4489376"/>
              <a:ext cx="307728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7030A0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Univers Condensed" panose="020B0506020202050204" pitchFamily="34" charset="0"/>
                </a:rPr>
                <a:t>Time: </a:t>
              </a:r>
              <a:r>
                <a:rPr lang="en-US" sz="1800" b="1" dirty="0">
                  <a:solidFill>
                    <a:schemeClr val="tx1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Univers Condensed" panose="020B0506020202050204" pitchFamily="34" charset="0"/>
                </a:rPr>
                <a:t>March 6, </a:t>
              </a:r>
              <a:r>
                <a:rPr lang="en-US" sz="1800" b="1" dirty="0">
                  <a:solidFill>
                    <a:schemeClr val="tx1"/>
                  </a:solidFill>
                  <a:effectLst>
                    <a:innerShdw blurRad="114300">
                      <a:prstClr val="black"/>
                    </a:innerShdw>
                  </a:effectLst>
                  <a:latin typeface="Univers Condensed" panose="020B0506020202050204" pitchFamily="34" charset="0"/>
                </a:rPr>
                <a:t>1 PM – 5:30 PM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F5CAB185-98F1-3E33-C389-491CE2B4B683}"/>
                </a:ext>
              </a:extLst>
            </p:cNvPr>
            <p:cNvSpPr txBox="1"/>
            <p:nvPr/>
          </p:nvSpPr>
          <p:spPr>
            <a:xfrm>
              <a:off x="5008586" y="4469351"/>
              <a:ext cx="30916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7030A0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Univers Condensed" panose="020B0506020202050204" pitchFamily="34" charset="0"/>
                </a:rPr>
                <a:t>Location: </a:t>
              </a:r>
              <a:r>
                <a:rPr lang="en-US" sz="1800" b="1" dirty="0">
                  <a:solidFill>
                    <a:schemeClr val="tx1"/>
                  </a:solidFill>
                  <a:effectLst>
                    <a:innerShdw blurRad="114300">
                      <a:prstClr val="black"/>
                    </a:innerShdw>
                  </a:effectLst>
                  <a:latin typeface="Univers Condensed" panose="020B0506020202050204" pitchFamily="34" charset="0"/>
                </a:rPr>
                <a:t>Arizona Ballroom 7</a:t>
              </a:r>
              <a:endParaRPr lang="en-US" sz="1800" dirty="0"/>
            </a:p>
          </p:txBody>
        </p: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393C727A-1D2C-610F-D0C1-A78D4D11B6FE}"/>
                </a:ext>
              </a:extLst>
            </p:cNvPr>
            <p:cNvGrpSpPr/>
            <p:nvPr/>
          </p:nvGrpSpPr>
          <p:grpSpPr>
            <a:xfrm>
              <a:off x="6169377" y="1699752"/>
              <a:ext cx="1695590" cy="1542188"/>
              <a:chOff x="3724205" y="1686408"/>
              <a:chExt cx="1695590" cy="1542188"/>
            </a:xfrm>
          </p:grpSpPr>
          <p:sp>
            <p:nvSpPr>
              <p:cNvPr id="33" name="Flowchart: Connector 32">
                <a:extLst>
                  <a:ext uri="{FF2B5EF4-FFF2-40B4-BE49-F238E27FC236}">
                    <a16:creationId xmlns:a16="http://schemas.microsoft.com/office/drawing/2014/main" id="{3AA52F9B-AD70-A9D9-4B0F-00BC46A1D289}"/>
                  </a:ext>
                </a:extLst>
              </p:cNvPr>
              <p:cNvSpPr/>
              <p:nvPr/>
            </p:nvSpPr>
            <p:spPr>
              <a:xfrm>
                <a:off x="4071230" y="1686408"/>
                <a:ext cx="981389" cy="934107"/>
              </a:xfrm>
              <a:prstGeom prst="flowChartConnector">
                <a:avLst/>
              </a:prstGeom>
              <a:blipFill>
                <a:blip r:embed="rId8"/>
                <a:stretch>
                  <a:fillRect/>
                </a:stretch>
              </a:blipFill>
              <a:ln w="6350"/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88BCC1A-03F7-2E43-AC23-C91E877A3EA0}"/>
                  </a:ext>
                </a:extLst>
              </p:cNvPr>
              <p:cNvSpPr txBox="1"/>
              <p:nvPr/>
            </p:nvSpPr>
            <p:spPr>
              <a:xfrm>
                <a:off x="3724205" y="2570018"/>
                <a:ext cx="1695590" cy="65857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ts val="1500"/>
                  </a:lnSpc>
                </a:pPr>
                <a:r>
                  <a:rPr lang="en-US" sz="1200" b="1" u="sng" dirty="0">
                    <a:solidFill>
                      <a:srgbClr val="002060"/>
                    </a:solidFill>
                    <a:effectLst>
                      <a:innerShdw blurRad="114300">
                        <a:prstClr val="black"/>
                      </a:innerShdw>
                    </a:effectLst>
                    <a:latin typeface="Univers Condensed" panose="020B0506020202050204" pitchFamily="34" charset="0"/>
                  </a:rPr>
                  <a:t>Nitin Sanket</a:t>
                </a:r>
              </a:p>
              <a:p>
                <a:pPr algn="ctr">
                  <a:lnSpc>
                    <a:spcPts val="1500"/>
                  </a:lnSpc>
                </a:pPr>
                <a:r>
                  <a:rPr lang="en-US" sz="1200" b="1" dirty="0">
                    <a:solidFill>
                      <a:schemeClr val="tx1"/>
                    </a:solidFill>
                    <a:effectLst>
                      <a:innerShdw blurRad="114300">
                        <a:prstClr val="black"/>
                      </a:innerShdw>
                    </a:effectLst>
                    <a:latin typeface="Univers Condensed" panose="020B0506020202050204" pitchFamily="34" charset="0"/>
                  </a:rPr>
                  <a:t>Worcester Polytechnic Institute</a:t>
                </a:r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98DACAB2-BA3B-6B92-2926-E54F7BEFCBB1}"/>
                </a:ext>
              </a:extLst>
            </p:cNvPr>
            <p:cNvGrpSpPr/>
            <p:nvPr/>
          </p:nvGrpSpPr>
          <p:grpSpPr>
            <a:xfrm>
              <a:off x="2154318" y="1686408"/>
              <a:ext cx="1695590" cy="1542188"/>
              <a:chOff x="3724205" y="1686408"/>
              <a:chExt cx="1695590" cy="1542188"/>
            </a:xfrm>
          </p:grpSpPr>
          <p:sp>
            <p:nvSpPr>
              <p:cNvPr id="39" name="Flowchart: Connector 38">
                <a:extLst>
                  <a:ext uri="{FF2B5EF4-FFF2-40B4-BE49-F238E27FC236}">
                    <a16:creationId xmlns:a16="http://schemas.microsoft.com/office/drawing/2014/main" id="{E27E2045-EDD8-77E1-C3AE-EB0D14A8073F}"/>
                  </a:ext>
                </a:extLst>
              </p:cNvPr>
              <p:cNvSpPr/>
              <p:nvPr/>
            </p:nvSpPr>
            <p:spPr>
              <a:xfrm>
                <a:off x="4071230" y="1686408"/>
                <a:ext cx="981389" cy="934107"/>
              </a:xfrm>
              <a:prstGeom prst="flowChartConnector">
                <a:avLst/>
              </a:prstGeom>
              <a:blipFill>
                <a:blip r:embed="rId9"/>
                <a:stretch>
                  <a:fillRect/>
                </a:stretch>
              </a:blipFill>
              <a:ln w="6350"/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2D528653-D289-0A59-1DB8-10ADFBB899CC}"/>
                  </a:ext>
                </a:extLst>
              </p:cNvPr>
              <p:cNvSpPr txBox="1"/>
              <p:nvPr/>
            </p:nvSpPr>
            <p:spPr>
              <a:xfrm>
                <a:off x="3724205" y="2570018"/>
                <a:ext cx="1695590" cy="65857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ts val="1500"/>
                  </a:lnSpc>
                </a:pPr>
                <a:r>
                  <a:rPr lang="en-US" sz="1200" b="1" u="sng" dirty="0">
                    <a:solidFill>
                      <a:srgbClr val="002060"/>
                    </a:solidFill>
                    <a:effectLst>
                      <a:innerShdw blurRad="114300">
                        <a:prstClr val="black"/>
                      </a:innerShdw>
                    </a:effectLst>
                    <a:latin typeface="Univers Condensed" panose="020B0506020202050204" pitchFamily="34" charset="0"/>
                  </a:rPr>
                  <a:t>William Beksi</a:t>
                </a:r>
              </a:p>
              <a:p>
                <a:pPr algn="ctr">
                  <a:lnSpc>
                    <a:spcPts val="1500"/>
                  </a:lnSpc>
                </a:pPr>
                <a:r>
                  <a:rPr lang="en-US" sz="1200" b="1" dirty="0">
                    <a:solidFill>
                      <a:schemeClr val="tx1"/>
                    </a:solidFill>
                    <a:effectLst>
                      <a:innerShdw blurRad="114300">
                        <a:prstClr val="black"/>
                      </a:innerShdw>
                    </a:effectLst>
                    <a:latin typeface="Univers Condensed" panose="020B0506020202050204" pitchFamily="34" charset="0"/>
                  </a:rPr>
                  <a:t>University of Texas at Arlington</a:t>
                </a:r>
              </a:p>
            </p:txBody>
          </p:sp>
        </p:grp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FD8CA534-0A57-79F5-F844-BE4AEDC0442A}"/>
                </a:ext>
              </a:extLst>
            </p:cNvPr>
            <p:cNvSpPr txBox="1"/>
            <p:nvPr/>
          </p:nvSpPr>
          <p:spPr>
            <a:xfrm>
              <a:off x="4273743" y="3106586"/>
              <a:ext cx="1358413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7030A0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Univers Condensed" panose="020B0506020202050204" pitchFamily="34" charset="0"/>
                </a:rPr>
                <a:t>Organizers</a:t>
              </a:r>
            </a:p>
          </p:txBody>
        </p: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6A791C45-CD3A-758F-03A2-A318AD08E1F8}"/>
                </a:ext>
              </a:extLst>
            </p:cNvPr>
            <p:cNvGrpSpPr/>
            <p:nvPr/>
          </p:nvGrpSpPr>
          <p:grpSpPr>
            <a:xfrm>
              <a:off x="2091419" y="3532735"/>
              <a:ext cx="899997" cy="1010607"/>
              <a:chOff x="2076179" y="3542895"/>
              <a:chExt cx="899997" cy="1010607"/>
            </a:xfrm>
          </p:grpSpPr>
          <p:pic>
            <p:nvPicPr>
              <p:cNvPr id="43" name="Picture 42">
                <a:extLst>
                  <a:ext uri="{FF2B5EF4-FFF2-40B4-BE49-F238E27FC236}">
                    <a16:creationId xmlns:a16="http://schemas.microsoft.com/office/drawing/2014/main" id="{01BF2200-E52C-7FC6-FC80-082561CBE9B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rcRect/>
              <a:stretch/>
            </p:blipFill>
            <p:spPr>
              <a:xfrm>
                <a:off x="2239372" y="3542895"/>
                <a:ext cx="628772" cy="631854"/>
              </a:xfrm>
              <a:prstGeom prst="rect">
                <a:avLst/>
              </a:prstGeom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92FC4E0C-792C-B207-FBFF-843ADEFBF81C}"/>
                  </a:ext>
                </a:extLst>
              </p:cNvPr>
              <p:cNvSpPr txBox="1"/>
              <p:nvPr/>
            </p:nvSpPr>
            <p:spPr>
              <a:xfrm>
                <a:off x="2076179" y="4138004"/>
                <a:ext cx="899997" cy="4154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050" b="1" dirty="0">
                    <a:solidFill>
                      <a:schemeClr val="tx1"/>
                    </a:solidFill>
                    <a:effectLst>
                      <a:innerShdw blurRad="114300">
                        <a:prstClr val="black"/>
                      </a:innerShdw>
                    </a:effectLst>
                    <a:latin typeface="Univers Condensed" panose="020B0506020202050204" pitchFamily="34" charset="0"/>
                  </a:rPr>
                  <a:t>Bharatesh </a:t>
                </a:r>
              </a:p>
              <a:p>
                <a:pPr algn="ctr"/>
                <a:r>
                  <a:rPr lang="en-US" sz="1050" b="1" dirty="0">
                    <a:solidFill>
                      <a:schemeClr val="tx1"/>
                    </a:solidFill>
                    <a:effectLst>
                      <a:innerShdw blurRad="114300">
                        <a:prstClr val="black"/>
                      </a:innerShdw>
                    </a:effectLst>
                    <a:latin typeface="Univers Condensed" panose="020B0506020202050204" pitchFamily="34" charset="0"/>
                  </a:rPr>
                  <a:t>Chakravarthi</a:t>
                </a:r>
                <a:endParaRPr lang="en-US" sz="10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B40613D2-A94F-3D98-4340-4AA2D00C80BC}"/>
                </a:ext>
              </a:extLst>
            </p:cNvPr>
            <p:cNvGrpSpPr/>
            <p:nvPr/>
          </p:nvGrpSpPr>
          <p:grpSpPr>
            <a:xfrm>
              <a:off x="3015469" y="3548869"/>
              <a:ext cx="640235" cy="992844"/>
              <a:chOff x="2999545" y="3553973"/>
              <a:chExt cx="640235" cy="992844"/>
            </a:xfrm>
          </p:grpSpPr>
          <p:pic>
            <p:nvPicPr>
              <p:cNvPr id="44" name="Picture 43">
                <a:extLst>
                  <a:ext uri="{FF2B5EF4-FFF2-40B4-BE49-F238E27FC236}">
                    <a16:creationId xmlns:a16="http://schemas.microsoft.com/office/drawing/2014/main" id="{8B9C360D-AE49-47D6-83DE-3D16E904896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rcRect/>
              <a:stretch/>
            </p:blipFill>
            <p:spPr>
              <a:xfrm>
                <a:off x="2999545" y="3553973"/>
                <a:ext cx="626553" cy="632726"/>
              </a:xfrm>
              <a:prstGeom prst="rect">
                <a:avLst/>
              </a:prstGeom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2788255F-7EF2-601A-BBAE-0674E390416E}"/>
                  </a:ext>
                </a:extLst>
              </p:cNvPr>
              <p:cNvSpPr txBox="1"/>
              <p:nvPr/>
            </p:nvSpPr>
            <p:spPr>
              <a:xfrm>
                <a:off x="3013226" y="4131319"/>
                <a:ext cx="626554" cy="4154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050" b="1" dirty="0">
                    <a:solidFill>
                      <a:schemeClr val="tx1"/>
                    </a:solidFill>
                    <a:effectLst>
                      <a:innerShdw blurRad="114300">
                        <a:prstClr val="black"/>
                      </a:innerShdw>
                    </a:effectLst>
                    <a:latin typeface="Univers Condensed" panose="020B0506020202050204" pitchFamily="34" charset="0"/>
                  </a:rPr>
                  <a:t>Yezhou </a:t>
                </a:r>
              </a:p>
              <a:p>
                <a:pPr algn="ctr"/>
                <a:r>
                  <a:rPr lang="en-US" sz="1050" b="1" dirty="0">
                    <a:solidFill>
                      <a:schemeClr val="tx1"/>
                    </a:solidFill>
                    <a:effectLst>
                      <a:innerShdw blurRad="114300">
                        <a:prstClr val="black"/>
                      </a:innerShdw>
                    </a:effectLst>
                    <a:latin typeface="Univers Condensed" panose="020B0506020202050204" pitchFamily="34" charset="0"/>
                  </a:rPr>
                  <a:t>Yang</a:t>
                </a:r>
                <a:endParaRPr lang="en-US" sz="10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ACC0C37F-7426-BF69-D1E6-5E3143BB43B0}"/>
                </a:ext>
              </a:extLst>
            </p:cNvPr>
            <p:cNvGrpSpPr/>
            <p:nvPr/>
          </p:nvGrpSpPr>
          <p:grpSpPr>
            <a:xfrm>
              <a:off x="3615748" y="3537887"/>
              <a:ext cx="844539" cy="1003827"/>
              <a:chOff x="3600508" y="3548047"/>
              <a:chExt cx="844539" cy="1003827"/>
            </a:xfrm>
          </p:grpSpPr>
          <p:pic>
            <p:nvPicPr>
              <p:cNvPr id="45" name="Picture 44">
                <a:extLst>
                  <a:ext uri="{FF2B5EF4-FFF2-40B4-BE49-F238E27FC236}">
                    <a16:creationId xmlns:a16="http://schemas.microsoft.com/office/drawing/2014/main" id="{708284E2-6426-7809-D1D8-4BD8065B82E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rcRect/>
              <a:stretch/>
            </p:blipFill>
            <p:spPr>
              <a:xfrm>
                <a:off x="3742599" y="3548047"/>
                <a:ext cx="628772" cy="631854"/>
              </a:xfrm>
              <a:prstGeom prst="rect">
                <a:avLst/>
              </a:prstGeom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AE969D49-699F-8722-36F7-9F3BFA848100}"/>
                  </a:ext>
                </a:extLst>
              </p:cNvPr>
              <p:cNvSpPr txBox="1"/>
              <p:nvPr/>
            </p:nvSpPr>
            <p:spPr>
              <a:xfrm>
                <a:off x="3600508" y="4136376"/>
                <a:ext cx="844539" cy="4154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050" b="1" dirty="0">
                    <a:solidFill>
                      <a:schemeClr val="tx1"/>
                    </a:solidFill>
                    <a:effectLst>
                      <a:innerShdw blurRad="114300">
                        <a:prstClr val="black"/>
                      </a:innerShdw>
                    </a:effectLst>
                    <a:latin typeface="Univers Condensed" panose="020B0506020202050204" pitchFamily="34" charset="0"/>
                  </a:rPr>
                  <a:t>Cornelia M. Fermuller</a:t>
                </a:r>
                <a:endParaRPr lang="en-US" sz="10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06981BED-89E7-9EED-EDCF-485977BC78E3}"/>
                </a:ext>
              </a:extLst>
            </p:cNvPr>
            <p:cNvGrpSpPr/>
            <p:nvPr/>
          </p:nvGrpSpPr>
          <p:grpSpPr>
            <a:xfrm>
              <a:off x="4370604" y="3526950"/>
              <a:ext cx="844539" cy="1008317"/>
              <a:chOff x="4346898" y="3537110"/>
              <a:chExt cx="844539" cy="1008317"/>
            </a:xfrm>
          </p:grpSpPr>
          <p:pic>
            <p:nvPicPr>
              <p:cNvPr id="46" name="Picture 45">
                <a:extLst>
                  <a:ext uri="{FF2B5EF4-FFF2-40B4-BE49-F238E27FC236}">
                    <a16:creationId xmlns:a16="http://schemas.microsoft.com/office/drawing/2014/main" id="{69324C0E-D214-7A2F-E424-52527668603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rcRect/>
              <a:stretch/>
            </p:blipFill>
            <p:spPr>
              <a:xfrm>
                <a:off x="4463047" y="3537110"/>
                <a:ext cx="626553" cy="632726"/>
              </a:xfrm>
              <a:prstGeom prst="rect">
                <a:avLst/>
              </a:prstGeom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DBE9DB6B-4CA4-0CDA-A94A-A07F5C1E8413}"/>
                  </a:ext>
                </a:extLst>
              </p:cNvPr>
              <p:cNvSpPr txBox="1"/>
              <p:nvPr/>
            </p:nvSpPr>
            <p:spPr>
              <a:xfrm>
                <a:off x="4346898" y="4129929"/>
                <a:ext cx="844539" cy="4154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050" b="1" dirty="0">
                    <a:solidFill>
                      <a:schemeClr val="tx1"/>
                    </a:solidFill>
                    <a:effectLst>
                      <a:innerShdw blurRad="114300">
                        <a:prstClr val="black"/>
                      </a:innerShdw>
                    </a:effectLst>
                    <a:latin typeface="Univers Condensed" panose="020B0506020202050204" pitchFamily="34" charset="0"/>
                  </a:rPr>
                  <a:t>Francisco Barranco</a:t>
                </a:r>
                <a:endParaRPr lang="en-US" sz="10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0041C03A-DB0A-B39B-4097-D810127254A2}"/>
                </a:ext>
              </a:extLst>
            </p:cNvPr>
            <p:cNvGrpSpPr/>
            <p:nvPr/>
          </p:nvGrpSpPr>
          <p:grpSpPr>
            <a:xfrm>
              <a:off x="5137567" y="3548869"/>
              <a:ext cx="758846" cy="999626"/>
              <a:chOff x="5122327" y="3559029"/>
              <a:chExt cx="758846" cy="999626"/>
            </a:xfrm>
          </p:grpSpPr>
          <p:pic>
            <p:nvPicPr>
              <p:cNvPr id="47" name="Picture 46">
                <a:extLst>
                  <a:ext uri="{FF2B5EF4-FFF2-40B4-BE49-F238E27FC236}">
                    <a16:creationId xmlns:a16="http://schemas.microsoft.com/office/drawing/2014/main" id="{3BD37BCF-0054-0121-2D91-C7B161D4A92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rcRect/>
              <a:stretch/>
            </p:blipFill>
            <p:spPr>
              <a:xfrm>
                <a:off x="5195317" y="3559029"/>
                <a:ext cx="628772" cy="631854"/>
              </a:xfrm>
              <a:prstGeom prst="rect">
                <a:avLst/>
              </a:prstGeom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54B0E6DD-E17C-66B2-0117-15CAA31257A1}"/>
                  </a:ext>
                </a:extLst>
              </p:cNvPr>
              <p:cNvSpPr txBox="1"/>
              <p:nvPr/>
            </p:nvSpPr>
            <p:spPr>
              <a:xfrm>
                <a:off x="5122327" y="4143157"/>
                <a:ext cx="758846" cy="4154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050" b="1" dirty="0">
                    <a:solidFill>
                      <a:schemeClr val="tx1"/>
                    </a:solidFill>
                    <a:effectLst>
                      <a:innerShdw blurRad="114300">
                        <a:prstClr val="black"/>
                      </a:innerShdw>
                    </a:effectLst>
                    <a:latin typeface="Univers Condensed" panose="020B0506020202050204" pitchFamily="34" charset="0"/>
                  </a:rPr>
                  <a:t>Federico Becattini</a:t>
                </a:r>
                <a:endParaRPr lang="en-US" sz="10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C32D56BD-BBEC-A6B8-4C07-C18DB2B668B8}"/>
                </a:ext>
              </a:extLst>
            </p:cNvPr>
            <p:cNvGrpSpPr/>
            <p:nvPr/>
          </p:nvGrpSpPr>
          <p:grpSpPr>
            <a:xfrm>
              <a:off x="5883000" y="3543813"/>
              <a:ext cx="794083" cy="991454"/>
              <a:chOff x="5867760" y="3553973"/>
              <a:chExt cx="794083" cy="991454"/>
            </a:xfrm>
          </p:grpSpPr>
          <p:pic>
            <p:nvPicPr>
              <p:cNvPr id="48" name="Picture 47">
                <a:extLst>
                  <a:ext uri="{FF2B5EF4-FFF2-40B4-BE49-F238E27FC236}">
                    <a16:creationId xmlns:a16="http://schemas.microsoft.com/office/drawing/2014/main" id="{E1CF6313-B635-D372-7925-DB78944581E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0">
                <a:extLst>
                  <a:ext uri="{96DAC541-7B7A-43D3-8B79-37D633B846F1}">
                    <asvg:svgBlip xmlns:asvg="http://schemas.microsoft.com/office/drawing/2016/SVG/main" r:embed="rId21"/>
                  </a:ext>
                </a:extLst>
              </a:blip>
              <a:srcRect/>
              <a:stretch/>
            </p:blipFill>
            <p:spPr>
              <a:xfrm>
                <a:off x="5934226" y="3553973"/>
                <a:ext cx="626553" cy="632726"/>
              </a:xfrm>
              <a:prstGeom prst="rect">
                <a:avLst/>
              </a:prstGeom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CA7C4419-7980-8079-295E-56A2E5B84F6B}"/>
                  </a:ext>
                </a:extLst>
              </p:cNvPr>
              <p:cNvSpPr txBox="1"/>
              <p:nvPr/>
            </p:nvSpPr>
            <p:spPr>
              <a:xfrm>
                <a:off x="5867760" y="4129929"/>
                <a:ext cx="794083" cy="4154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050" b="1" dirty="0">
                    <a:solidFill>
                      <a:schemeClr val="tx1"/>
                    </a:solidFill>
                    <a:effectLst>
                      <a:innerShdw blurRad="114300">
                        <a:prstClr val="black"/>
                      </a:innerShdw>
                    </a:effectLst>
                    <a:latin typeface="Univers Condensed" panose="020B0506020202050204" pitchFamily="34" charset="0"/>
                  </a:rPr>
                  <a:t>Aayush Atul Verma</a:t>
                </a:r>
                <a:endParaRPr lang="en-US" sz="10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7735DC28-0071-F83E-F6D7-32FC474CC692}"/>
                </a:ext>
              </a:extLst>
            </p:cNvPr>
            <p:cNvGrpSpPr/>
            <p:nvPr/>
          </p:nvGrpSpPr>
          <p:grpSpPr>
            <a:xfrm>
              <a:off x="6677427" y="3526950"/>
              <a:ext cx="679262" cy="1005035"/>
              <a:chOff x="6662187" y="3537110"/>
              <a:chExt cx="679262" cy="1005035"/>
            </a:xfrm>
          </p:grpSpPr>
          <p:pic>
            <p:nvPicPr>
              <p:cNvPr id="49" name="Picture 48">
                <a:extLst>
                  <a:ext uri="{FF2B5EF4-FFF2-40B4-BE49-F238E27FC236}">
                    <a16:creationId xmlns:a16="http://schemas.microsoft.com/office/drawing/2014/main" id="{635E7F48-BEAB-585E-89C3-51DFF98C485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2">
                <a:extLst>
                  <a:ext uri="{96DAC541-7B7A-43D3-8B79-37D633B846F1}">
                    <asvg:svgBlip xmlns:asvg="http://schemas.microsoft.com/office/drawing/2016/SVG/main" r:embed="rId23"/>
                  </a:ext>
                </a:extLst>
              </a:blip>
              <a:srcRect/>
              <a:stretch/>
            </p:blipFill>
            <p:spPr>
              <a:xfrm>
                <a:off x="6685698" y="3537110"/>
                <a:ext cx="626583" cy="632726"/>
              </a:xfrm>
              <a:prstGeom prst="rect">
                <a:avLst/>
              </a:prstGeom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891C5135-C160-5DFA-B004-4CCFD05FDF76}"/>
                  </a:ext>
                </a:extLst>
              </p:cNvPr>
              <p:cNvSpPr txBox="1"/>
              <p:nvPr/>
            </p:nvSpPr>
            <p:spPr>
              <a:xfrm>
                <a:off x="6662187" y="4126647"/>
                <a:ext cx="679262" cy="4154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050" b="1" dirty="0">
                    <a:solidFill>
                      <a:schemeClr val="tx1"/>
                    </a:solidFill>
                    <a:effectLst>
                      <a:innerShdw blurRad="114300">
                        <a:prstClr val="black"/>
                      </a:innerShdw>
                    </a:effectLst>
                    <a:latin typeface="Univers Condensed" panose="020B0506020202050204" pitchFamily="34" charset="0"/>
                  </a:rPr>
                  <a:t>Arpit Vaghela</a:t>
                </a:r>
                <a:endParaRPr lang="en-US" sz="105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6F229020-DC9D-B381-F04A-8847A974B0F1}"/>
                </a:ext>
              </a:extLst>
            </p:cNvPr>
            <p:cNvGrpSpPr/>
            <p:nvPr/>
          </p:nvGrpSpPr>
          <p:grpSpPr>
            <a:xfrm>
              <a:off x="7391377" y="3527822"/>
              <a:ext cx="686639" cy="991974"/>
              <a:chOff x="7376137" y="3537982"/>
              <a:chExt cx="686639" cy="991974"/>
            </a:xfrm>
          </p:grpSpPr>
          <p:pic>
            <p:nvPicPr>
              <p:cNvPr id="50" name="Picture 49">
                <a:extLst>
                  <a:ext uri="{FF2B5EF4-FFF2-40B4-BE49-F238E27FC236}">
                    <a16:creationId xmlns:a16="http://schemas.microsoft.com/office/drawing/2014/main" id="{5C87BC0D-88C8-7A7E-1E89-5C34A72150E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4">
                <a:extLst>
                  <a:ext uri="{96DAC541-7B7A-43D3-8B79-37D633B846F1}">
                    <asvg:svgBlip xmlns:asvg="http://schemas.microsoft.com/office/drawing/2016/SVG/main" r:embed="rId25"/>
                  </a:ext>
                </a:extLst>
              </a:blip>
              <a:srcRect/>
              <a:stretch/>
            </p:blipFill>
            <p:spPr>
              <a:xfrm>
                <a:off x="7413384" y="3537982"/>
                <a:ext cx="628772" cy="631854"/>
              </a:xfrm>
              <a:prstGeom prst="rect">
                <a:avLst/>
              </a:prstGeom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CAC55A44-F40A-D6FB-55AD-610623DE1263}"/>
                  </a:ext>
                </a:extLst>
              </p:cNvPr>
              <p:cNvSpPr txBox="1"/>
              <p:nvPr/>
            </p:nvSpPr>
            <p:spPr>
              <a:xfrm>
                <a:off x="7376137" y="4114458"/>
                <a:ext cx="686639" cy="4154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050" b="1" dirty="0">
                    <a:solidFill>
                      <a:schemeClr val="tx1"/>
                    </a:solidFill>
                    <a:effectLst>
                      <a:innerShdw blurRad="114300">
                        <a:prstClr val="black"/>
                      </a:innerShdw>
                    </a:effectLst>
                    <a:latin typeface="Univers Condensed" panose="020B0506020202050204" pitchFamily="34" charset="0"/>
                  </a:rPr>
                  <a:t>Kaustav Chanda </a:t>
                </a:r>
                <a:endParaRPr lang="en-US" sz="1050" dirty="0">
                  <a:solidFill>
                    <a:schemeClr val="tx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384884445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273</TotalTime>
  <Words>78</Words>
  <Application>Microsoft Office PowerPoint</Application>
  <PresentationFormat>Custom</PresentationFormat>
  <Paragraphs>22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Univers Condensed</vt:lpstr>
      <vt:lpstr>Simple Light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Bharatesh Chakravarthi</cp:lastModifiedBy>
  <cp:revision>25</cp:revision>
  <dcterms:modified xsi:type="dcterms:W3CDTF">2026-02-26T05:41:51Z</dcterms:modified>
</cp:coreProperties>
</file>